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Proxima Nova"/>
      <p:regular r:id="rId9"/>
      <p:bold r:id="rId10"/>
      <p:italic r:id="rId11"/>
      <p:boldItalic r:id="rId12"/>
    </p:embeddedFont>
    <p:embeddedFont>
      <p:font typeface="Alfa Slab One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italic.fntdata"/><Relationship Id="rId10" Type="http://schemas.openxmlformats.org/officeDocument/2006/relationships/font" Target="fonts/ProximaNova-bold.fntdata"/><Relationship Id="rId13" Type="http://schemas.openxmlformats.org/officeDocument/2006/relationships/font" Target="fonts/AlfaSlabOne-regular.fntdata"/><Relationship Id="rId12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b57caee4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b57caee4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bc6f0f67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bc6f0f67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figma.com/file/SRt0jIM5aO7vscZcieTMAa/?node-id=28%3A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2856900" y="4410000"/>
            <a:ext cx="62871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Martin Sitnyk- Curso UX UI 2021</a:t>
            </a:r>
            <a:endParaRPr sz="14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Oficios Diversos</a:t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19737" l="0" r="0" t="0"/>
          <a:stretch/>
        </p:blipFill>
        <p:spPr>
          <a:xfrm>
            <a:off x="3253850" y="1315750"/>
            <a:ext cx="2768851" cy="115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490250" y="526350"/>
            <a:ext cx="8550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Patrones de </a:t>
            </a:r>
            <a:r>
              <a:rPr b="1" lang="en">
                <a:solidFill>
                  <a:srgbClr val="FFFF00"/>
                </a:solidFill>
              </a:rPr>
              <a:t>diseño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Enlaces a los wireframes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17575"/>
            <a:ext cx="8520600" cy="3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 desarrolla en una </a:t>
            </a:r>
            <a:r>
              <a:rPr b="1" lang="en"/>
              <a:t>app híbrida</a:t>
            </a:r>
            <a:r>
              <a:rPr lang="en"/>
              <a:t> centrada en primer lugar en IOS por una cuestión de comodidad y empatía con la marca. Se considerará en corto plazo el sistema operativo Android.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Principalmente se opta por esta </a:t>
            </a:r>
            <a:r>
              <a:rPr lang="en"/>
              <a:t>característica</a:t>
            </a:r>
            <a:r>
              <a:rPr lang="en"/>
              <a:t> por la sencillez de la app y también por la  </a:t>
            </a:r>
            <a:r>
              <a:rPr lang="en"/>
              <a:t>fácil</a:t>
            </a:r>
            <a:r>
              <a:rPr lang="en"/>
              <a:t> construcción de la app, la que nos permitirá en  un corto plazo  aprender del feedback de los usuarios.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se descarta la opción de una app nativa en un futuro. Esto dependerá del crececimiento de la aplicación e información analitica necesaria para esta toma de decisión.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Link archivo Figma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