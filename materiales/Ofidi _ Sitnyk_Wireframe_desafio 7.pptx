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roxima Nova"/>
      <p:regular r:id="rId9"/>
      <p:bold r:id="rId10"/>
      <p:italic r:id="rId11"/>
      <p:boldItalic r:id="rId12"/>
    </p:embeddedFont>
    <p:embeddedFont>
      <p:font typeface="Alfa Slab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italic.fntdata"/><Relationship Id="rId10" Type="http://schemas.openxmlformats.org/officeDocument/2006/relationships/font" Target="fonts/ProximaNova-bold.fntdata"/><Relationship Id="rId13" Type="http://schemas.openxmlformats.org/officeDocument/2006/relationships/font" Target="fonts/AlfaSlabOne-regular.fntdata"/><Relationship Id="rId12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7caee4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7caee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c6f0f67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c6f0f6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file/SRt0jIM5aO7vscZcieTMAa/OFIDI?node-id=0%3A1" TargetMode="External"/><Relationship Id="rId4" Type="http://schemas.openxmlformats.org/officeDocument/2006/relationships/hyperlink" Target="https://www.figma.com/proto/SRt0jIM5aO7vscZcieTMAa/OFIDI?node-id=16%3A633&amp;scaling=scale-down" TargetMode="External"/><Relationship Id="rId5" Type="http://schemas.openxmlformats.org/officeDocument/2006/relationships/hyperlink" Target="https://drive.google.com/file/d/15x9VyS3CDRRha5F4cW3--PGS2thEhZnX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2856900" y="4410000"/>
            <a:ext cx="6287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Martin Sitnyk- Curso UX UI 2021</a:t>
            </a:r>
            <a:endParaRPr sz="14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Oficios Diversos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19737" l="0" r="0" t="0"/>
          <a:stretch/>
        </p:blipFill>
        <p:spPr>
          <a:xfrm>
            <a:off x="3253850" y="1315750"/>
            <a:ext cx="2768851" cy="115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90250" y="526350"/>
            <a:ext cx="855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Wireframe </a:t>
            </a:r>
            <a:r>
              <a:rPr b="1" lang="en">
                <a:solidFill>
                  <a:srgbClr val="FFFF00"/>
                </a:solidFill>
              </a:rPr>
              <a:t>digitales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Enlaces a los wireframes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Archivo Figma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https://www.figma.com/file/SRt0jIM5aO7vscZcieTMAa/OFIDI?node-id=0%3A1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Prototipado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https://www.figma.com/proto/SRt0jIM5aO7vscZcieTMAa/OFIDI?node-id=16%3A633&amp;scaling=scale-down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https://drive.google.com/file/d/15x9VyS3CDRRha5F4cW3--PGS2thEhZnX/view?usp=sharing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