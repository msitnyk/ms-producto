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D74DC-81D4-4BA5-A92E-48B005E3F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210AF2-BFFD-48A2-A018-518F757C5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5DF8C4-24BF-4C6F-9CE6-CDEEA5AE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F856B8-3289-420A-B21C-404D30EA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06461-2851-4EBA-BED8-45B87B34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342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DC8BC-7E65-429A-83B5-D482E1B4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A9D708-F24A-4E4C-9D31-0DFEA6FF8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E23D34-96B1-4C3F-BB3F-E047F4B0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74577C-ADD9-430A-99B6-86CA3984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0AD36B-45A6-438B-87C6-2C4B6367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669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605B3-A6B2-43B6-97E1-C6FDFCCD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AAECE8-E007-4811-BD41-CA97FCFE4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EAE1EC-91B8-4692-A017-A30D59C62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2B9509-7669-4744-A2F0-7A309CA85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322CC6-AB84-4737-BEAB-164C83D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395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D13C1-FD94-4427-A9D2-B8FB82AF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14AFB6-B585-4E9A-B207-3D35A406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3E80F9-4D83-4AD9-9AAC-19332EAC5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4A0818-A40E-42E6-AFF8-260BE84C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92A170-D010-46E4-88E6-B4C99B4B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5A5D52-516E-4537-902F-756AAF74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983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13C61-996C-4269-ADC1-4107DE62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DEB2FC-7A74-4AA3-9B12-99F5800D8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1F7966-1348-4C48-B305-12D039E57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601208-4BC0-44F5-A93A-4B3BC1ACB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7D6BA69-F50D-4E00-97C8-AE0AED27E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3AFCCF-969C-46C6-B127-D93318B1B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AF9C204-87A5-4DFB-A4DA-CC288838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A16ECF-27C3-44AE-92DE-17F10D06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607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337A5-D974-4DF0-8CE4-EDEF66B32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F191F9-6FA2-4149-865A-587BFDB2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6DCCD7-2BF2-4372-8CA7-EEE92F9A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6E6C4D-6129-4B5D-991D-0DB17ACC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803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1C61B1-7D7D-4686-92FC-30F439DC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F1A68F-F6C0-45B3-9E73-A460061A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82C8AA-D941-4BAE-BDA4-BAE1CB17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598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790FD-2C8C-46A8-955C-143B57D6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02596F-9697-47BA-A534-1C96119F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D9AEF6-8BD3-490A-866B-6C308F769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CEB010-B401-4FD7-9FC1-7A7151A5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F02AA-FEE1-4F32-9240-0EB6027F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453075-AE94-49BB-BD72-1F006D97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7810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EB05E-B9F8-419A-B418-8C9FA647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13C133-0DE8-43E1-8ADA-413FEA6BF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4F06BC-B6C8-46CB-9546-3385C329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10C919-E860-4CB6-ABAE-89BEFBCBF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F4B8B4-00E8-4BC2-8A1A-F6358EEA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A1D5D1-9DC2-4FF1-B74A-B8F5009B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741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8E780-9C3C-499D-A53A-317C000E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6A6BA2-15B4-4F85-BFD3-DB47DCFBF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1588FD-18EA-4ED4-A1B8-DE031B548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2E86AA-110B-487A-893B-8A820817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99A9EA-6B02-48F8-948E-42E90A7B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253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FAD283-8806-4276-92FB-BE6AA00C9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9EF040-4CA6-4A9F-B863-16BBC8868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7E143-1BC3-48F0-89DE-706DE374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5EDA2-2A83-4A56-843E-445A545F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CD057F-15F4-4691-8379-26721BDE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884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300409-5805-4291-B45F-BB788308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002E4F-2329-4C97-9B38-911D7078B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0E1F9C-5351-4E20-A80B-22C526E78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7C9EB-EB8F-47F9-8CFF-1344717C6EC2}" type="datetimeFigureOut">
              <a:rPr lang="es-AR" smtClean="0"/>
              <a:t>12/1/2021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4BB1C3-3E7C-405F-ABE9-F0170D603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BA51CF-88C1-4DBC-B185-ED5517E84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BEA6A-15E8-439B-9100-BF688BC67E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378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F95C-A00C-46E0-8C08-5F4BC2AB81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9CCEFE-E456-43C8-AAC7-02FFD04368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1026" name="Picture 2" descr="Rueda De Engranaje Industrial Stock de ilustración - Ilustración de  industrial, engranaje: 6453435">
            <a:extLst>
              <a:ext uri="{FF2B5EF4-FFF2-40B4-BE49-F238E27FC236}">
                <a16:creationId xmlns:a16="http://schemas.microsoft.com/office/drawing/2014/main" id="{295D8CAE-6383-4576-9098-BE97F6DCC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51" y="-8428"/>
            <a:ext cx="6377724" cy="615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24FEE9B-4A80-435D-BD6E-DEA45C8A4040}"/>
              </a:ext>
            </a:extLst>
          </p:cNvPr>
          <p:cNvSpPr/>
          <p:nvPr/>
        </p:nvSpPr>
        <p:spPr>
          <a:xfrm>
            <a:off x="4506012" y="2555122"/>
            <a:ext cx="254740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Yu Mincho Light" panose="020B0400000000000000" pitchFamily="18" charset="-128"/>
                <a:ea typeface="Yu Mincho Light" panose="020B0400000000000000" pitchFamily="18" charset="-128"/>
                <a:cs typeface="Angsana New" panose="020B0502040204020203" pitchFamily="18" charset="-34"/>
              </a:rPr>
              <a:t>OFIDI</a:t>
            </a:r>
            <a:endParaRPr lang="es-ES" sz="8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Yu Mincho Light" panose="020B0400000000000000" pitchFamily="18" charset="-128"/>
              <a:ea typeface="Yu Mincho Light" panose="020B0400000000000000" pitchFamily="18" charset="-128"/>
              <a:cs typeface="Angsana New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57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C7F29-A848-4268-AC8C-401207D1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5400"/>
          </a:p>
        </p:txBody>
      </p:sp>
      <p:sp>
        <p:nvSpPr>
          <p:cNvPr id="2052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Rueda De Engranaje Industrial Stock de ilustración - Ilustración de  industrial, engranaje: 6453435">
            <a:extLst>
              <a:ext uri="{FF2B5EF4-FFF2-40B4-BE49-F238E27FC236}">
                <a16:creationId xmlns:a16="http://schemas.microsoft.com/office/drawing/2014/main" id="{B96AA66F-7A18-496B-952B-263A4E8EDB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" r="507" b="1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962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Icono De La Búsqueda Icono De La Lupa, Lupa Del Vector O Muestra De La Lupa  Ilustración del Vector - Ilustración de icono, búsqueda: 131036619">
            <a:extLst>
              <a:ext uri="{FF2B5EF4-FFF2-40B4-BE49-F238E27FC236}">
                <a16:creationId xmlns:a16="http://schemas.microsoft.com/office/drawing/2014/main" id="{B626EEE3-890B-4591-8AE3-31056FC0F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9" t="60659" r="10504" b="11187"/>
          <a:stretch/>
        </p:blipFill>
        <p:spPr bwMode="auto">
          <a:xfrm rot="20938174">
            <a:off x="4607934" y="3834363"/>
            <a:ext cx="1448772" cy="137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B17D21F-A97E-4012-9F6B-454DDF60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3078" name="Picture 6" descr="Engranajes | Icono Gratis">
            <a:extLst>
              <a:ext uri="{FF2B5EF4-FFF2-40B4-BE49-F238E27FC236}">
                <a16:creationId xmlns:a16="http://schemas.microsoft.com/office/drawing/2014/main" id="{591CDE56-2350-48F0-A955-AF91159A1F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1991520"/>
            <a:ext cx="2414587" cy="241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0F9DC39-86BD-4F69-A150-00A9E2EB3B3C}"/>
              </a:ext>
            </a:extLst>
          </p:cNvPr>
          <p:cNvSpPr/>
          <p:nvPr/>
        </p:nvSpPr>
        <p:spPr>
          <a:xfrm>
            <a:off x="4692858" y="1719998"/>
            <a:ext cx="577088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99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Yu Mincho Light" panose="020B0400000000000000" pitchFamily="18" charset="-128"/>
                <a:ea typeface="Yu Mincho Light" panose="020B0400000000000000" pitchFamily="18" charset="-128"/>
                <a:cs typeface="Angsana New" panose="020B0502040204020203" pitchFamily="18" charset="-34"/>
              </a:rPr>
              <a:t>FIDI</a:t>
            </a:r>
            <a:endParaRPr lang="es-ES" sz="34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Yu Mincho Light" panose="020B0400000000000000" pitchFamily="18" charset="-128"/>
              <a:ea typeface="Yu Mincho Light" panose="020B0400000000000000" pitchFamily="18" charset="-128"/>
              <a:cs typeface="Angsana New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51118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1E73F-78A8-4855-BC4B-5EED89B8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4100" name="Picture 4" descr="Rueda Dentada, Vector Logo Template Illustration Design Del Icono De La Lupa  Del Engranaje Vector EPS 10 Ilustración del Vector - Ilustración de  engranaje, icono: 152052573">
            <a:extLst>
              <a:ext uri="{FF2B5EF4-FFF2-40B4-BE49-F238E27FC236}">
                <a16:creationId xmlns:a16="http://schemas.microsoft.com/office/drawing/2014/main" id="{03DB9E30-2CD6-4383-9917-C36AE621FB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8" t="19852" r="25757" b="30209"/>
          <a:stretch/>
        </p:blipFill>
        <p:spPr bwMode="auto">
          <a:xfrm rot="17294648">
            <a:off x="1788159" y="1584917"/>
            <a:ext cx="3291841" cy="342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6F9E62A-CBC9-45CA-999F-EAA6DE09157C}"/>
              </a:ext>
            </a:extLst>
          </p:cNvPr>
          <p:cNvSpPr/>
          <p:nvPr/>
        </p:nvSpPr>
        <p:spPr>
          <a:xfrm>
            <a:off x="4692858" y="1719998"/>
            <a:ext cx="577088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99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Yu Mincho Light" panose="020B0400000000000000" pitchFamily="18" charset="-128"/>
                <a:ea typeface="Yu Mincho Light" panose="020B0400000000000000" pitchFamily="18" charset="-128"/>
                <a:cs typeface="Angsana New" panose="020B0502040204020203" pitchFamily="18" charset="-34"/>
              </a:rPr>
              <a:t>FIDI</a:t>
            </a:r>
            <a:endParaRPr lang="es-ES" sz="34400" b="1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Yu Mincho Light" panose="020B0400000000000000" pitchFamily="18" charset="-128"/>
              <a:ea typeface="Yu Mincho Light" panose="020B0400000000000000" pitchFamily="18" charset="-128"/>
              <a:cs typeface="Angsana New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75513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3</Words>
  <Application>Microsoft Office PowerPoint</Application>
  <PresentationFormat>Panorámica</PresentationFormat>
  <Paragraphs>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Yu Gothic UI</vt:lpstr>
      <vt:lpstr>Yu Mincho Light</vt:lpstr>
      <vt:lpstr>Angsana New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Martin Enrique Sitnyk</dc:creator>
  <cp:lastModifiedBy>Martin Enrique Sitnyk</cp:lastModifiedBy>
  <cp:revision>4</cp:revision>
  <dcterms:created xsi:type="dcterms:W3CDTF">2021-01-12T01:34:06Z</dcterms:created>
  <dcterms:modified xsi:type="dcterms:W3CDTF">2021-01-12T14:17:51Z</dcterms:modified>
</cp:coreProperties>
</file>