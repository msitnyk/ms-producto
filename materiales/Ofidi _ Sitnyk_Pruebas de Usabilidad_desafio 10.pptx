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Alfa Slab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1BDDEA-3EE6-46C0-8CC2-01121ECA4449}">
  <a:tblStyle styleId="{0B1BDDEA-3EE6-46C0-8CC2-01121ECA444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D843B3D-4BBD-416B-B19B-39CDC3904D7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AlfaSlabOn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7caee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7caee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12bc6c7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12bc6c7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38e581a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38e581a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38e581a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38e581a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12bc6c77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12bc6c77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12bc6c7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c12bc6c7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12bc6c77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12bc6c77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c6f0f67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c6f0f6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12bc6c7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12bc6c7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figma.com/proto/SRt0jIM5aO7vscZcieTMAa/OFIDI?node-id=99%3A15&amp;scaling=min-zoom" TargetMode="External"/><Relationship Id="rId4" Type="http://schemas.openxmlformats.org/officeDocument/2006/relationships/hyperlink" Target="https://www.figma.com/proto/SRt0jIM5aO7vscZcieTMAa/OFIDI?node-id=165%3A3&amp;scaling=min-zo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855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Pruebas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>
                <a:solidFill>
                  <a:srgbClr val="FFFF00"/>
                </a:solidFill>
              </a:rPr>
              <a:t>usabilidad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Actividad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35"/>
              <a:t>Se realizaron las pruebas de Usabilidad a 5 usuarios. 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Valentina (41)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Pato (43)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Jose(48)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Paolo (38)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Matias (33)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2 de ellas fueron presenciales y el resto fueron por videollamada.</a:t>
            </a: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9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Guión del moderador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0" y="990200"/>
            <a:ext cx="9144000" cy="4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¡H</a:t>
            </a: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ola! antes que nada, gracias por tu tiempo.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Probablemente ya sepas que estamos testeando una app para encontrar fácilmente personas que realicen oficios y puedas elegirlo según reputación y otros filtros. Te copio el enlace del prototipo funcional para que puedas hacer la prueba. Seguro que haya cosas para arreglar o modificar. Por esta razón, te pedimos tu opinión al finalizar la actividad.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lo que nos digas nos va a ayudar a aprender y mejorar, así que sentite libre de decirnos todo lo que tengas ganas. Y no te hagas problema si hay algo de lo que no quieras/puedas hablar.</a:t>
            </a:r>
            <a:endParaRPr sz="1200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Situación 1</a:t>
            </a: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Supongamos que tenes que buscar un jardinero para tu casa .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Tareas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1- Debes hacerte un usuario en la app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2- Encontrar a una persona que realice el oficio, en esta caso un jardinero.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3- Encontrar los datos de contacto de la persona que realice jardinería.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Criterio de éxito</a:t>
            </a: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Debe llegar a la página de contacto de la persona que realice el oficio-. Poder visualizar el correo y el teléfono.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Situación 2.</a:t>
            </a: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Supongamos que queres publicar tu oficio para que la gente te pueda contactar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Tarea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 Publicar un oficio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Criterio de éxito</a:t>
            </a:r>
            <a:r>
              <a:rPr lang="en" sz="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Debe llegar a la página de hemos publicado tu oficio y haber recorrido todo el proceso de carga del mismo. .</a:t>
            </a: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7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39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Guión del moderador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¡Hola! antes que nada, gracias por tu tiempo.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Probablemente ya sepas que estamos testeando una app para encontrar fácilmente personas que realicen oficios y puedas elegirlo según reputación y otros filtros. Te copio el enlace del prototipo (bosquejo) funcional para que puedas hacer la prueba. Seguro que haya cosas para arreglar o modificar. Por esta razón, te pedimos tu opinión al finalizar la actividad.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Situación 1: Supongamos que tenes que buscar un jardinero para tu casa .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Tareas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1- Debes hacerte un usuario en la app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2- Encontrar a una persona que realice el oficio, en esta caso un jardinero.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3- Encontrar los datos de contacto de la persona que realice jardinería.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Situación 2. Supongamos que queres publicar tu oficio para que la gente te pueda contactar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Tarea</a:t>
            </a:r>
            <a:endParaRPr sz="9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9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 Publicar un oficio</a:t>
            </a:r>
            <a:endParaRPr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 Ejecutivo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3999900" cy="158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 que funcionó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Realizar un usuario en la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Encontrar una persona que haga el oficio y visualizar sus datos de contacto</a:t>
            </a:r>
            <a:endParaRPr/>
          </a:p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/>
              <a:t>Recomendaciones</a:t>
            </a:r>
            <a:endParaRPr b="1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La opción de publicar oficio </a:t>
            </a:r>
            <a:r>
              <a:rPr lang="en"/>
              <a:t>está</a:t>
            </a:r>
            <a:r>
              <a:rPr lang="en"/>
              <a:t> demasiado escondida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Validar datos de contacto cuando queres publicar un oficio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Poner datos en los combos. Simular el funcionamiento de un combo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Simular una carga de datos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No solo buscar personas por mapa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Indicar nombres a los filtros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Que la carga de fotos no sea obligatoria para publicar un oficio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Agregar </a:t>
            </a:r>
            <a:r>
              <a:rPr lang="en"/>
              <a:t>más</a:t>
            </a:r>
            <a:r>
              <a:rPr lang="en"/>
              <a:t> categorías de los oficios</a:t>
            </a:r>
            <a:endParaRPr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2986975"/>
            <a:ext cx="3999900" cy="158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 que No funcionó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Publicar un oficio. 4 de 5 usuarios encontraron esta opción.  Solo 2 la pudieron completar.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 </a:t>
            </a:r>
            <a:r>
              <a:rPr lang="en"/>
              <a:t>búsqueda</a:t>
            </a:r>
            <a:r>
              <a:rPr lang="en"/>
              <a:t> por filtro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55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Planilla de Registro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4572000" y="1502700"/>
            <a:ext cx="3912600" cy="3201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Registro de Problemas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- “Buscando llegué hasta ver el perfil, no responden los botones llamar, email, teléfono.”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- “Al registrar el oficio el switch profesional no cambia al tocarlo pero igual me manda a la página para completar mis datos.”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- “La app de prototipado me cuelga el celu”.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- “M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 pareció que la opción para publicar estaba muy escondida. Cuando entré al perfil del jardinero me hubiera gustado ver comentarios de otras personas”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- “Todas las opciones son jardineros”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- “¿Cuando finaliza la carga del oficio?”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637575" y="1502700"/>
            <a:ext cx="3516900" cy="831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Medi la 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tarea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Nombre: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97" name="Google Shape;97;p19"/>
          <p:cNvGraphicFramePr/>
          <p:nvPr/>
        </p:nvGraphicFramePr>
        <p:xfrm>
          <a:off x="637550" y="248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{0B1BDDEA-3EE6-46C0-8CC2-01121ECA4449}</a:tableStyleId>
              </a:tblPr>
              <a:tblGrid>
                <a:gridCol w="1767625"/>
                <a:gridCol w="1749325"/>
              </a:tblGrid>
              <a:tr h="112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Criterio de éxito observables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Encontrar a una persona que realice un oficio y sus datos de contacto</a:t>
                      </a:r>
                      <a:endParaRPr sz="1000">
                        <a:solidFill>
                          <a:srgbClr val="D9D9D9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¿Fue exitosa?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-Marca con una X lo que corresponda.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-Si no estás seguro debatirlo con tu equipo.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 </a:t>
                      </a: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SI (  )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 NO (  )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 NO ESTOY SEGURO()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 de Eficacia y Eficiencia</a:t>
            </a:r>
            <a:endParaRPr/>
          </a:p>
        </p:txBody>
      </p:sp>
      <p:graphicFrame>
        <p:nvGraphicFramePr>
          <p:cNvPr id="103" name="Google Shape;103;p20"/>
          <p:cNvGraphicFramePr/>
          <p:nvPr/>
        </p:nvGraphicFramePr>
        <p:xfrm>
          <a:off x="1603500" y="470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{4D843B3D-4BBD-416B-B19B-39CDC3904D7C}</a:tableStyleId>
              </a:tblPr>
              <a:tblGrid>
                <a:gridCol w="1174800"/>
                <a:gridCol w="1174800"/>
                <a:gridCol w="1174800"/>
                <a:gridCol w="1174800"/>
                <a:gridCol w="1174800"/>
              </a:tblGrid>
              <a:tr h="21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highlight>
                            <a:srgbClr val="FFFF00"/>
                          </a:highlight>
                        </a:rPr>
                        <a:t>Valentina(41) U1</a:t>
                      </a:r>
                      <a:endParaRPr sz="7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Pato (43) U2</a:t>
                      </a:r>
                      <a:endParaRPr sz="7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Jose (48) U3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Paolo(38)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Matias(33)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Google Shape;104;p20"/>
          <p:cNvGraphicFramePr/>
          <p:nvPr/>
        </p:nvGraphicFramePr>
        <p:xfrm>
          <a:off x="194725" y="1174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{4D843B3D-4BBD-416B-B19B-39CDC3904D7C}</a:tableStyleId>
              </a:tblPr>
              <a:tblGrid>
                <a:gridCol w="1004925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</a:tblGrid>
              <a:tr h="3501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¿Completaron  la tarea?</a:t>
                      </a:r>
                      <a:endParaRPr b="1" sz="900"/>
                    </a:p>
                  </a:txBody>
                  <a:tcPr marT="91425" marB="91425" marR="91425" marL="91425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Pasos</a:t>
                      </a:r>
                      <a:endParaRPr b="1" sz="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Tiempo</a:t>
                      </a:r>
                      <a:endParaRPr b="1" sz="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</a:tr>
              <a:tr h="57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Tarea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U1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U2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U3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U4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U5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U1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U2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U3</a:t>
                      </a:r>
                      <a:endParaRPr b="1"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U4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U5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U1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U2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U3</a:t>
                      </a:r>
                      <a:endParaRPr b="1"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U4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U5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Hacer un usuario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20''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20''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  <a:tr h="650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Encontrar a una persona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  (oficio)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35´´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30´´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  <a:tr h="650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Encontrar los datos de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  contactos 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Publicar un oficio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1´30´´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r>
              <a:rPr lang="en"/>
              <a:t> de Satisfacción</a:t>
            </a:r>
            <a:endParaRPr/>
          </a:p>
        </p:txBody>
      </p:sp>
      <p:pic>
        <p:nvPicPr>
          <p:cNvPr id="110" name="Google Shape;110;p21" title="Points scored"/>
          <p:cNvPicPr preferRelativeResize="0"/>
          <p:nvPr/>
        </p:nvPicPr>
        <p:blipFill rotWithShape="1">
          <a:blip r:embed="rId3">
            <a:alphaModFix/>
          </a:blip>
          <a:srcRect b="-1600" l="-4376" r="-5574" t="1600"/>
          <a:stretch/>
        </p:blipFill>
        <p:spPr>
          <a:xfrm>
            <a:off x="465000" y="1060300"/>
            <a:ext cx="3525750" cy="198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Points scored"/>
          <p:cNvPicPr preferRelativeResize="0"/>
          <p:nvPr/>
        </p:nvPicPr>
        <p:blipFill rotWithShape="1">
          <a:blip r:embed="rId4">
            <a:alphaModFix/>
          </a:blip>
          <a:srcRect b="-1600" l="-4376" r="-5574" t="1600"/>
          <a:stretch/>
        </p:blipFill>
        <p:spPr>
          <a:xfrm>
            <a:off x="465000" y="3085750"/>
            <a:ext cx="3525750" cy="198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 title="Points scored"/>
          <p:cNvPicPr preferRelativeResize="0"/>
          <p:nvPr/>
        </p:nvPicPr>
        <p:blipFill rotWithShape="1">
          <a:blip r:embed="rId5">
            <a:alphaModFix/>
          </a:blip>
          <a:srcRect b="-1600" l="-4376" r="-5574" t="1600"/>
          <a:stretch/>
        </p:blipFill>
        <p:spPr>
          <a:xfrm>
            <a:off x="4937350" y="3085750"/>
            <a:ext cx="3525750" cy="198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 title="Points scored"/>
          <p:cNvPicPr preferRelativeResize="0"/>
          <p:nvPr/>
        </p:nvPicPr>
        <p:blipFill rotWithShape="1">
          <a:blip r:embed="rId6">
            <a:alphaModFix/>
          </a:blip>
          <a:srcRect b="-1600" l="-4376" r="-5574" t="1600"/>
          <a:stretch/>
        </p:blipFill>
        <p:spPr>
          <a:xfrm>
            <a:off x="4902175" y="1060300"/>
            <a:ext cx="3525750" cy="198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</a:t>
            </a:r>
            <a:r>
              <a:rPr lang="en"/>
              <a:t>conclusión</a:t>
            </a:r>
            <a:r>
              <a:rPr lang="en"/>
              <a:t> de la actividad, se obtuvieron varios  feedbacks de la prueba de usabilidad, los cuales permitieron conocer las primeras experiencias de los usuarios con la app y  también  realizar nuevos ajuste a la navegación.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de la prueba de usabilidad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Nuevo link de prototipado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