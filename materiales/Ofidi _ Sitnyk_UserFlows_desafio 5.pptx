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Alfa Slab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6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ac56cbec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ac56cbec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ac56cbec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ac56cbec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ac56cbe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ac56cbe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ac56cbec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ac56cbec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himsical.com/userflows-2-usuario-JgiWH4SLPHNKdfsFgSsXxk@2Ux7TurymN84zfrUxb8T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Flows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6900" y="0"/>
            <a:ext cx="9144000" cy="12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60"/>
              <a:t>TaskFlow</a:t>
            </a:r>
            <a:endParaRPr sz="2960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-2275" y="1838850"/>
            <a:ext cx="9144000" cy="733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2216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D</a:t>
            </a:r>
            <a:r>
              <a:rPr lang="en" sz="2216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e un usuario que quiere ofrecer un servicio</a:t>
            </a:r>
            <a:endParaRPr sz="1740">
              <a:solidFill>
                <a:srgbClr val="000000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19075" cy="1454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58008"/>
          <a:stretch/>
        </p:blipFill>
        <p:spPr>
          <a:xfrm>
            <a:off x="1000650" y="3141900"/>
            <a:ext cx="7527924" cy="9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91400" y="4528125"/>
            <a:ext cx="87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https://whimsical.com/userflows-2-oficialista-5j7K1Gz9QndRvv1e8FSe7z@2Ux7TurymN7TphgXCQ8P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2075"/>
            <a:ext cx="8839195" cy="371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6900" y="0"/>
            <a:ext cx="9144000" cy="12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60"/>
              <a:t>TaskFlow</a:t>
            </a:r>
            <a:endParaRPr sz="2960"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-2275" y="1838850"/>
            <a:ext cx="9144000" cy="733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216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De un usuario que quiere contratar un servicio</a:t>
            </a:r>
            <a:endParaRPr sz="1740">
              <a:solidFill>
                <a:srgbClr val="000000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25947" r="30815" t="0"/>
          <a:stretch/>
        </p:blipFill>
        <p:spPr>
          <a:xfrm>
            <a:off x="6900" y="0"/>
            <a:ext cx="1119075" cy="145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125" y="3141900"/>
            <a:ext cx="8839202" cy="135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304800" y="4376025"/>
            <a:ext cx="842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https://whimsical.com/userflows-2-usuario-JgiWH4SLPHNKdfsFgSsXxk@2Ux7TurymN84zfrUxb8T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75" y="542875"/>
            <a:ext cx="8839198" cy="377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