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embeddedFontLst>
    <p:embeddedFont>
      <p:font typeface="Alfa Slab One" panose="020B0604020202020204" charset="0"/>
      <p:regular r:id="rId42"/>
    </p:embeddedFont>
    <p:embeddedFont>
      <p:font typeface="Dosis" panose="020F0502020204030204" pitchFamily="2" charset="0"/>
      <p:regular r:id="rId43"/>
      <p:bold r:id="rId44"/>
    </p:embeddedFont>
    <p:embeddedFont>
      <p:font typeface="Helvetica Neue" panose="020B0604020202020204" charset="0"/>
      <p:regular r:id="rId45"/>
      <p:bold r:id="rId46"/>
      <p:italic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Roboto Slab" pitchFamily="2" charset="0"/>
      <p:regular r:id="rId53"/>
      <p:bold r:id="rId54"/>
    </p:embeddedFont>
    <p:embeddedFont>
      <p:font typeface="Source Sans Pro" panose="020B050303040302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923A6vUO4SbQDOF+sBtDHWVhl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C46BD0-565B-45BD-9D03-581C36126095}">
  <a:tblStyle styleId="{1EC46BD0-565B-45BD-9D03-581C361260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B957419-69CB-40A4-B2D9-439BDB8DEC3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A968FC-A04F-4E6F-806D-936733DFD622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Falta el link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41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1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1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1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1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1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1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1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1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1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1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1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1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1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1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3"/>
          <p:cNvPicPr preferRelativeResize="0"/>
          <p:nvPr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3"/>
          <p:cNvSpPr txBox="1">
            <a:spLocks noGrp="1"/>
          </p:cNvSpPr>
          <p:nvPr>
            <p:ph type="body" idx="1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3600" i="1"/>
            </a:lvl1pPr>
            <a:lvl2pPr marL="914400" lvl="1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3600" i="1"/>
            </a:lvl2pPr>
            <a:lvl3pPr marL="1371600" lvl="2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3600" i="1"/>
            </a:lvl3pPr>
            <a:lvl4pPr marL="1828800" lvl="3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4pPr>
            <a:lvl5pPr marL="2286000" lvl="4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5pPr>
            <a:lvl6pPr marL="2743200" lvl="5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6pPr>
            <a:lvl7pPr marL="3200400" lvl="6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7pPr>
            <a:lvl8pPr marL="3657600" lvl="7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8pPr>
            <a:lvl9pPr marL="4114800" lvl="8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9pPr>
          </a:lstStyle>
          <a:p>
            <a:endParaRPr/>
          </a:p>
        </p:txBody>
      </p:sp>
      <p:grpSp>
        <p:nvGrpSpPr>
          <p:cNvPr id="31" name="Google Shape;31;p43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2" name="Google Shape;32;p43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" sz="6000" b="1" i="0" u="none" strike="noStrike" cap="none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3" name="Google Shape;33;p43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3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" name="Google Shape;35;p43"/>
          <p:cNvCxnSpPr>
            <a:endCxn id="33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43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43"/>
          <p:cNvCxnSpPr/>
          <p:nvPr/>
        </p:nvCxnSpPr>
        <p:spPr>
          <a:xfrm rot="10800000" flipH="1">
            <a:off x="4704510" y="351930"/>
            <a:ext cx="347100" cy="47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43"/>
          <p:cNvSpPr txBox="1">
            <a:spLocks noGrp="1"/>
          </p:cNvSpPr>
          <p:nvPr>
            <p:ph type="sldNum" idx="12"/>
          </p:nvPr>
        </p:nvSpPr>
        <p:spPr>
          <a:xfrm>
            <a:off x="-87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4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0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◎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4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jp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igma.com/proto/SRt0jIM5aO7vscZcieTMAa/OFIDI?page-id=372%3A0&amp;node-id=372%3A1&amp;viewport=1756%2C576%2C0.6958246231079102&amp;scaling=min-zoom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file/SRt0jIM5aO7vscZcieTMAa/OFIDI" TargetMode="External"/><Relationship Id="rId3" Type="http://schemas.openxmlformats.org/officeDocument/2006/relationships/hyperlink" Target="https://docs.google.com/presentation/d/1BuK--IosJ48WYR9M6tbfYnT4v2byTQvcd4rHeat7OTc/edit?usp=sharing" TargetMode="External"/><Relationship Id="rId7" Type="http://schemas.openxmlformats.org/officeDocument/2006/relationships/hyperlink" Target="https://docs.google.com/presentation/d/1F6DuI8cr0qXXWmwQelpWzqSPORdBxvoeSyeLy0LeJ0Q/edit#slide=id.gc6f80d1ff_0_0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ocs.google.com/presentation/d/1cFqKePfrEWH-7LIBZZAGrTT24LlL5AIOaO4MzvP-21g/edit?usp=sharing" TargetMode="External"/><Relationship Id="rId11" Type="http://schemas.openxmlformats.org/officeDocument/2006/relationships/hyperlink" Target="https://docs.google.com/presentation/d/1VWAQQzaMTPMUTLeqFcAvb9nkXSDS6o51CYcizBabShM/edit?usp=sharing" TargetMode="External"/><Relationship Id="rId5" Type="http://schemas.openxmlformats.org/officeDocument/2006/relationships/hyperlink" Target="https://docs.google.com/presentation/d/1cTbIHABdexLu-Pp7COd-SZEV9vPAvDFVQLYBpFQra7g/edit#slide=id.gc6f80d1ff_0_0" TargetMode="External"/><Relationship Id="rId10" Type="http://schemas.openxmlformats.org/officeDocument/2006/relationships/hyperlink" Target="https://www.figma.com/file/SRt0jIM5aO7vscZcieTMAa/OFIDI?node-id=99:0" TargetMode="External"/><Relationship Id="rId4" Type="http://schemas.openxmlformats.org/officeDocument/2006/relationships/hyperlink" Target="https://docs.google.com/presentation/d/1tsCavMFvotnR87Uvfy1HCKldjXbv9RH3uhl_bU6YeLY/edit?usp=sharing" TargetMode="External"/><Relationship Id="rId9" Type="http://schemas.openxmlformats.org/officeDocument/2006/relationships/hyperlink" Target="https://www.figma.com/file/SRt0jIM5aO7vscZcieTMAa/OFIDI?node-id=28:4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file/SRt0jIM5aO7vscZcieTMAa/OFIDI?node-id=310:2893" TargetMode="External"/><Relationship Id="rId3" Type="http://schemas.openxmlformats.org/officeDocument/2006/relationships/hyperlink" Target="https://www.figma.com/file/SRt0jIM5aO7vscZcieTMAa/OFIDI?node-id=196:16590" TargetMode="External"/><Relationship Id="rId7" Type="http://schemas.openxmlformats.org/officeDocument/2006/relationships/hyperlink" Target="https://www.figma.com/file/SRt0jIM5aO7vscZcieTMAa/OFIDI?node-id=258:2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figma.com/file/SRt0jIM5aO7vscZcieTMAa/OFIDI?node-id=255:0" TargetMode="External"/><Relationship Id="rId11" Type="http://schemas.openxmlformats.org/officeDocument/2006/relationships/hyperlink" Target="https://www.figma.com/file/SRt0jIM5aO7vscZcieTMAa/OFIDI?node-id=372:0" TargetMode="External"/><Relationship Id="rId5" Type="http://schemas.openxmlformats.org/officeDocument/2006/relationships/hyperlink" Target="https://www.figma.com/file/SRt0jIM5aO7vscZcieTMAa/OFIDI" TargetMode="External"/><Relationship Id="rId10" Type="http://schemas.openxmlformats.org/officeDocument/2006/relationships/hyperlink" Target="https://docs.google.com/presentation/d/1LZW0j9HvMFTlP5N7poT6Rya_QZC0GlHJBKuD9WRfzfo/edit?usp=sharing" TargetMode="External"/><Relationship Id="rId4" Type="http://schemas.openxmlformats.org/officeDocument/2006/relationships/hyperlink" Target="https://www.figma.com/file/SRt0jIM5aO7vscZcieTMAa/OFIDI?node-id=211:189" TargetMode="External"/><Relationship Id="rId9" Type="http://schemas.openxmlformats.org/officeDocument/2006/relationships/hyperlink" Target="https://docs.google.com/presentation/d/1O52txxc5bAr0enV6ed1IFHxusyxBFxdG_EJOhey8aP8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>
            <a:spLocks noGrp="1"/>
          </p:cNvSpPr>
          <p:nvPr>
            <p:ph type="ctrTitle"/>
          </p:nvPr>
        </p:nvSpPr>
        <p:spPr>
          <a:xfrm>
            <a:off x="0" y="398370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" sz="5400"/>
              <a:t>Oficios Diversos</a:t>
            </a:r>
            <a:endParaRPr sz="5400"/>
          </a:p>
        </p:txBody>
      </p:sp>
      <p:pic>
        <p:nvPicPr>
          <p:cNvPr id="80" name="Google Shape;8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8560" y="0"/>
            <a:ext cx="5425440" cy="2310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/>
          <p:nvPr/>
        </p:nvSpPr>
        <p:spPr>
          <a:xfrm>
            <a:off x="5880381" y="2562025"/>
            <a:ext cx="1381800" cy="13656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ctrTitle" idx="4294967295"/>
          </p:nvPr>
        </p:nvSpPr>
        <p:spPr>
          <a:xfrm>
            <a:off x="1637500" y="592744"/>
            <a:ext cx="56421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60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Hola!</a:t>
            </a:r>
            <a:endParaRPr sz="60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subTitle" idx="4294967295"/>
          </p:nvPr>
        </p:nvSpPr>
        <p:spPr>
          <a:xfrm>
            <a:off x="1637500" y="1563713"/>
            <a:ext cx="644732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n" sz="3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Soy Juan, tu asistente en Ofidi</a:t>
            </a:r>
            <a:endParaRPr sz="3600" b="1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8" name="Google Shape;88;p2"/>
          <p:cNvSpPr txBox="1">
            <a:spLocks noGrp="1"/>
          </p:cNvSpPr>
          <p:nvPr>
            <p:ph type="body" idx="4294967295"/>
          </p:nvPr>
        </p:nvSpPr>
        <p:spPr>
          <a:xfrm>
            <a:off x="1637500" y="2388200"/>
            <a:ext cx="4109400" cy="24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sz="2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Te voy a contar un poco sobre nuestra  solución!</a:t>
            </a:r>
            <a:endParaRPr sz="2600"/>
          </a:p>
        </p:txBody>
      </p:sp>
      <p:cxnSp>
        <p:nvCxnSpPr>
          <p:cNvPr id="89" name="Google Shape;89;p2"/>
          <p:cNvCxnSpPr/>
          <p:nvPr/>
        </p:nvCxnSpPr>
        <p:spPr>
          <a:xfrm>
            <a:off x="6694986" y="3933625"/>
            <a:ext cx="214500" cy="856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2"/>
          <p:cNvCxnSpPr/>
          <p:nvPr/>
        </p:nvCxnSpPr>
        <p:spPr>
          <a:xfrm>
            <a:off x="7059842" y="3727574"/>
            <a:ext cx="394200" cy="525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2"/>
          <p:cNvCxnSpPr/>
          <p:nvPr/>
        </p:nvCxnSpPr>
        <p:spPr>
          <a:xfrm>
            <a:off x="7224089" y="3501963"/>
            <a:ext cx="752400" cy="464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2" descr="blob:https://web.whatsapp.com/c20c334c-8257-4bb1-bd62-2233751af9df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9928" y="2528409"/>
            <a:ext cx="1634114" cy="1582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650178" y="1470973"/>
            <a:ext cx="7643215" cy="337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r>
              <a:rPr lang="en" sz="1400" dirty="0">
                <a:solidFill>
                  <a:schemeClr val="accent1"/>
                </a:solidFill>
              </a:rPr>
              <a:t>¿Sabias que ?</a:t>
            </a:r>
            <a:endParaRPr dirty="0"/>
          </a:p>
          <a:p>
            <a:pPr marL="45720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lang="en" sz="1400" dirty="0"/>
              <a:t> Unos de los principales gastos de vivienda (casa o departamento) son los de mantenimientos.</a:t>
            </a:r>
            <a:endParaRPr dirty="0"/>
          </a:p>
          <a:p>
            <a:pPr marL="45720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lang="en" sz="1400" dirty="0"/>
              <a:t> Las recomendaciones más utilizadas para elegir una persona que realice un oficio son: el boca en boca (Recomendación, referencias de  amigos y familiares), el presupuesto, la experiencia, la cercanía, entre otros.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endParaRPr sz="14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r>
              <a:rPr lang="en" sz="1400" dirty="0">
                <a:solidFill>
                  <a:schemeClr val="accent1"/>
                </a:solidFill>
              </a:rPr>
              <a:t>¿Y si pudieses tener toda esta información en una app?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endParaRPr sz="14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r>
              <a:rPr lang="en" sz="1400" dirty="0"/>
              <a:t>Por esta razón, cree OFIDI, una app que permite encontrar de una manera sencilla  personas que realicen oficios. Muchas de estas búsquedas se basan en reputaciones y recomendaciones mediante conocidos.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r>
              <a:rPr lang="en" sz="1400" dirty="0"/>
              <a:t>Los invito a realizarse un usuario y conectarse con sus redes.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r>
              <a:rPr lang="en" sz="1400" b="1" dirty="0">
                <a:solidFill>
                  <a:schemeClr val="accent1"/>
                </a:solidFill>
              </a:rPr>
              <a:t>					</a:t>
            </a:r>
            <a:r>
              <a:rPr lang="en" sz="1800" b="1" dirty="0">
                <a:solidFill>
                  <a:schemeClr val="accent1"/>
                </a:solidFill>
              </a:rPr>
              <a:t>Con OFIDI encontrás Solución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Nuestro camino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4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107" name="Google Shape;107;p4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dk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</a:t>
              </a: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110" name="Google Shape;110;p4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dk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3</a:t>
              </a: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113" name="Google Shape;113;p4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dk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5</a:t>
              </a: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15" name="Google Shape;115;p4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116" name="Google Shape;116;p4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dk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6</a:t>
              </a: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119" name="Google Shape;119;p4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dk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4</a:t>
              </a: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21" name="Google Shape;121;p4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122" name="Google Shape;122;p4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chemeClr val="dk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24" name="Google Shape;124;p4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Definir el Problema y Objetivos. Entender al usuario y sus necesidades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Armar la arquitectura de Información. UserFlows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Validación con usuarios. Métricas y reportes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Analizamos la competencia.  Definir el MVP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Wireframe en baja, media y alta fidelidad.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Presentamos a Ofidi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1.</a:t>
            </a:r>
            <a:endParaRPr sz="6000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Empatizar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El Problema. Los Objetivos. Los Usuarios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5725650" y="909615"/>
            <a:ext cx="1875600" cy="18528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>
            <a:spLocks noGrp="1"/>
          </p:cNvSpPr>
          <p:nvPr>
            <p:ph type="ctrTitle" idx="4294967295"/>
          </p:nvPr>
        </p:nvSpPr>
        <p:spPr>
          <a:xfrm>
            <a:off x="758350" y="2357031"/>
            <a:ext cx="4779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“Nos enamoramos del problema y no de la solución”</a:t>
            </a:r>
            <a:endParaRPr sz="44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 rot="10800000" flipH="1">
            <a:off x="6805299" y="540952"/>
            <a:ext cx="143700" cy="377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6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6"/>
          <p:cNvCxnSpPr>
            <a:endCxn id="140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6"/>
          <p:cNvSpPr/>
          <p:nvPr/>
        </p:nvSpPr>
        <p:spPr>
          <a:xfrm>
            <a:off x="5875408" y="1057537"/>
            <a:ext cx="1576200" cy="1556700"/>
          </a:xfrm>
          <a:prstGeom prst="ellipse">
            <a:avLst/>
          </a:prstGeom>
          <a:noFill/>
          <a:ln w="19050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6"/>
          <p:cNvGrpSpPr/>
          <p:nvPr/>
        </p:nvGrpSpPr>
        <p:grpSpPr>
          <a:xfrm>
            <a:off x="6224310" y="1351742"/>
            <a:ext cx="878284" cy="816182"/>
            <a:chOff x="5972700" y="2330200"/>
            <a:chExt cx="411625" cy="387275"/>
          </a:xfrm>
        </p:grpSpPr>
        <p:sp>
          <p:nvSpPr>
            <p:cNvPr id="147" name="Google Shape;147;p6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0091E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91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0091E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91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>
            <a:spLocks noGrp="1"/>
          </p:cNvSpPr>
          <p:nvPr>
            <p:ph type="body" idx="1"/>
          </p:nvPr>
        </p:nvSpPr>
        <p:spPr>
          <a:xfrm>
            <a:off x="747760" y="119634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accent1"/>
                </a:solidFill>
              </a:rPr>
              <a:t>Descripción del Problema</a:t>
            </a:r>
            <a:endParaRPr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 dirty="0"/>
              <a:t>Encontrar de una manera sencilla a personas que realicen oficios de forma centralizada. Muchas de estas búsquedas se basan en reputaciones, recomendaciones mediante conocidos y cercanía. Estos oficios quizás no están familiarizados con el ámbito digital o tecnológico. </a:t>
            </a:r>
            <a:endParaRPr dirty="0"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2"/>
          </p:nvPr>
        </p:nvSpPr>
        <p:spPr>
          <a:xfrm>
            <a:off x="3468887" y="119634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accent1"/>
                </a:solidFill>
              </a:rPr>
              <a:t>Propuesta</a:t>
            </a:r>
            <a:endParaRPr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 dirty="0"/>
              <a:t>Brindar una opción para facilitar la búsquedas de personas que realizan un oficio.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 dirty="0"/>
              <a:t>Ofrecer un medio para que estos últimos puedan ser conocidos mediante su reputación.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55" name="Google Shape;155;p7"/>
          <p:cNvSpPr txBox="1">
            <a:spLocks noGrp="1"/>
          </p:cNvSpPr>
          <p:nvPr>
            <p:ph type="body" idx="3"/>
          </p:nvPr>
        </p:nvSpPr>
        <p:spPr>
          <a:xfrm>
            <a:off x="6126654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accent1"/>
                </a:solidFill>
              </a:rPr>
              <a:t>Solución</a:t>
            </a:r>
            <a:endParaRPr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 u="sng" dirty="0"/>
              <a:t>Para la persona que busca</a:t>
            </a:r>
            <a:r>
              <a:rPr lang="en" sz="1400" dirty="0"/>
              <a:t>: Encontrar y contactar de una manera sencilla y segura a personas que realicen oficios.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 u="sng" dirty="0"/>
              <a:t>Para la persona que realice el oficio</a:t>
            </a:r>
            <a:r>
              <a:rPr lang="en" sz="1400" dirty="0"/>
              <a:t>: Poder ser conocido, encontrado y recomendado por los clientes</a:t>
            </a:r>
            <a:endParaRPr sz="1400" dirty="0"/>
          </a:p>
        </p:txBody>
      </p:sp>
      <p:grpSp>
        <p:nvGrpSpPr>
          <p:cNvPr id="156" name="Google Shape;156;p7"/>
          <p:cNvGrpSpPr/>
          <p:nvPr/>
        </p:nvGrpSpPr>
        <p:grpSpPr>
          <a:xfrm>
            <a:off x="3139648" y="1360106"/>
            <a:ext cx="215966" cy="342399"/>
            <a:chOff x="6718575" y="2318625"/>
            <a:chExt cx="256950" cy="407375"/>
          </a:xfrm>
        </p:grpSpPr>
        <p:sp>
          <p:nvSpPr>
            <p:cNvPr id="157" name="Google Shape;157;p7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7"/>
          <p:cNvGrpSpPr/>
          <p:nvPr/>
        </p:nvGrpSpPr>
        <p:grpSpPr>
          <a:xfrm>
            <a:off x="240077" y="1365462"/>
            <a:ext cx="359272" cy="376691"/>
            <a:chOff x="5961125" y="1623900"/>
            <a:chExt cx="427450" cy="448175"/>
          </a:xfrm>
        </p:grpSpPr>
        <p:sp>
          <p:nvSpPr>
            <p:cNvPr id="166" name="Google Shape;166;p7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7"/>
          <p:cNvGrpSpPr/>
          <p:nvPr/>
        </p:nvGrpSpPr>
        <p:grpSpPr>
          <a:xfrm>
            <a:off x="5700848" y="1365462"/>
            <a:ext cx="345971" cy="325505"/>
            <a:chOff x="5972700" y="2330200"/>
            <a:chExt cx="411625" cy="387275"/>
          </a:xfrm>
        </p:grpSpPr>
        <p:sp>
          <p:nvSpPr>
            <p:cNvPr id="174" name="Google Shape;174;p7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7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dirty="0"/>
              <a:t>Anatomía del problema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>
            <a:spLocks noGrp="1"/>
          </p:cNvSpPr>
          <p:nvPr>
            <p:ph type="ctrTitle" idx="4294967295"/>
          </p:nvPr>
        </p:nvSpPr>
        <p:spPr>
          <a:xfrm>
            <a:off x="0" y="1991850"/>
            <a:ext cx="91440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40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¿Conocemos a nuestros usuarios?</a:t>
            </a:r>
            <a:endParaRPr sz="40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3375768" y="1181372"/>
            <a:ext cx="2467458" cy="3429286"/>
            <a:chOff x="-6729413" y="-17360900"/>
            <a:chExt cx="26138326" cy="48436250"/>
          </a:xfrm>
        </p:grpSpPr>
        <p:sp>
          <p:nvSpPr>
            <p:cNvPr id="187" name="Google Shape;187;p9"/>
            <p:cNvSpPr/>
            <p:nvPr/>
          </p:nvSpPr>
          <p:spPr>
            <a:xfrm>
              <a:off x="-6729413" y="-9364662"/>
              <a:ext cx="25398299" cy="24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19999"/>
                  </a:moveTo>
                  <a:lnTo>
                    <a:pt x="0" y="0"/>
                  </a:lnTo>
                  <a:lnTo>
                    <a:pt x="11145" y="119999"/>
                  </a:lnTo>
                  <a:lnTo>
                    <a:pt x="120000" y="11999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3276600" y="-17360900"/>
              <a:ext cx="10882200" cy="884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2547" y="0"/>
                  </a:moveTo>
                  <a:lnTo>
                    <a:pt x="0" y="120000"/>
                  </a:lnTo>
                  <a:lnTo>
                    <a:pt x="119999" y="109486"/>
                  </a:lnTo>
                  <a:lnTo>
                    <a:pt x="102547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12576175" y="-17360900"/>
              <a:ext cx="6832500" cy="10463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2193"/>
                  </a:lnTo>
                  <a:lnTo>
                    <a:pt x="107007" y="120000"/>
                  </a:lnTo>
                  <a:lnTo>
                    <a:pt x="27797" y="9252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-6729413" y="-9364662"/>
              <a:ext cx="2358900" cy="24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19999"/>
                  </a:lnTo>
                  <a:lnTo>
                    <a:pt x="21561" y="11999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-6729413" y="-9364662"/>
              <a:ext cx="10005900" cy="24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1158"/>
                  </a:moveTo>
                  <a:lnTo>
                    <a:pt x="116173" y="119999"/>
                  </a:lnTo>
                  <a:lnTo>
                    <a:pt x="28291" y="119999"/>
                  </a:lnTo>
                  <a:lnTo>
                    <a:pt x="0" y="0"/>
                  </a:lnTo>
                  <a:lnTo>
                    <a:pt x="120000" y="4115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-6729413" y="-17360900"/>
              <a:ext cx="19305601" cy="884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2195" y="120000"/>
                  </a:lnTo>
                  <a:lnTo>
                    <a:pt x="0" y="108517"/>
                  </a:lnTo>
                  <a:lnTo>
                    <a:pt x="60656" y="80315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12752387" y="-9293225"/>
              <a:ext cx="5916600" cy="2395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28526" y="0"/>
                  </a:moveTo>
                  <a:lnTo>
                    <a:pt x="120000" y="120000"/>
                  </a:lnTo>
                  <a:lnTo>
                    <a:pt x="0" y="120000"/>
                  </a:lnTo>
                  <a:lnTo>
                    <a:pt x="28526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3276600" y="-8518525"/>
              <a:ext cx="4192500" cy="1620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6084" y="12000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6084" y="1200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-6729413" y="-9364662"/>
              <a:ext cx="2358900" cy="24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19999"/>
                  </a:lnTo>
                  <a:lnTo>
                    <a:pt x="21561" y="11999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-6729413" y="-11442700"/>
              <a:ext cx="10005900" cy="292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7029" y="0"/>
                  </a:moveTo>
                  <a:lnTo>
                    <a:pt x="120000" y="120000"/>
                  </a:lnTo>
                  <a:lnTo>
                    <a:pt x="0" y="85276"/>
                  </a:lnTo>
                  <a:lnTo>
                    <a:pt x="117029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14158913" y="-11938000"/>
              <a:ext cx="5250000" cy="5040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62966"/>
                  </a:lnTo>
                  <a:lnTo>
                    <a:pt x="103090" y="119999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2957512" y="-8518525"/>
              <a:ext cx="881100" cy="1620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43459" y="0"/>
                  </a:ln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11728450" y="-6897687"/>
              <a:ext cx="6940500" cy="15641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18188" y="67289"/>
                  </a:lnTo>
                  <a:lnTo>
                    <a:pt x="0" y="120000"/>
                  </a:lnTo>
                  <a:lnTo>
                    <a:pt x="0" y="1297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-4899025" y="-698500"/>
              <a:ext cx="6378600" cy="17613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8929" y="119999"/>
                  </a:lnTo>
                  <a:lnTo>
                    <a:pt x="0" y="17748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-4370388" y="-6897687"/>
              <a:ext cx="7327800" cy="6199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95797" y="120000"/>
                  </a:ln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9578975" y="8743950"/>
              <a:ext cx="4263900" cy="22331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491" y="0"/>
                  </a:moveTo>
                  <a:lnTo>
                    <a:pt x="120000" y="33491"/>
                  </a:lnTo>
                  <a:lnTo>
                    <a:pt x="0" y="119999"/>
                  </a:lnTo>
                  <a:lnTo>
                    <a:pt x="60491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11728450" y="-6897687"/>
              <a:ext cx="6940500" cy="1690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120000"/>
                  </a:lnTo>
                  <a:lnTo>
                    <a:pt x="17703" y="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3838575" y="-6897687"/>
              <a:ext cx="7890000" cy="9791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48193" y="119999"/>
                  </a:moveTo>
                  <a:lnTo>
                    <a:pt x="0" y="0"/>
                  </a:lnTo>
                  <a:lnTo>
                    <a:pt x="55219" y="0"/>
                  </a:lnTo>
                  <a:lnTo>
                    <a:pt x="119999" y="20719"/>
                  </a:lnTo>
                  <a:lnTo>
                    <a:pt x="48193" y="11999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-1235075" y="-698500"/>
              <a:ext cx="8242200" cy="17613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24475"/>
                  </a:moveTo>
                  <a:lnTo>
                    <a:pt x="39522" y="0"/>
                  </a:lnTo>
                  <a:lnTo>
                    <a:pt x="0" y="119999"/>
                  </a:lnTo>
                  <a:lnTo>
                    <a:pt x="120000" y="24475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-1235075" y="-5207000"/>
              <a:ext cx="12963600" cy="22121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120000"/>
                  </a:lnTo>
                  <a:lnTo>
                    <a:pt x="120000" y="75677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-6305550" y="-6897687"/>
              <a:ext cx="7785000" cy="8804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29828" y="0"/>
                  </a:moveTo>
                  <a:lnTo>
                    <a:pt x="120000" y="84493"/>
                  </a:lnTo>
                  <a:lnTo>
                    <a:pt x="21680" y="120000"/>
                  </a:lnTo>
                  <a:lnTo>
                    <a:pt x="0" y="0"/>
                  </a:lnTo>
                  <a:lnTo>
                    <a:pt x="29828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11728450" y="-6897687"/>
              <a:ext cx="6940500" cy="8770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23131"/>
                  </a:lnTo>
                  <a:lnTo>
                    <a:pt x="118188" y="12000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1479550" y="-6897687"/>
              <a:ext cx="5527800" cy="9791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75972"/>
                  </a:moveTo>
                  <a:lnTo>
                    <a:pt x="119999" y="119999"/>
                  </a:lnTo>
                  <a:lnTo>
                    <a:pt x="51211" y="0"/>
                  </a:lnTo>
                  <a:lnTo>
                    <a:pt x="32085" y="0"/>
                  </a:lnTo>
                  <a:lnTo>
                    <a:pt x="0" y="7597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-1373188" y="8743950"/>
              <a:ext cx="13101600" cy="136301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71642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7164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2994025" y="8743950"/>
              <a:ext cx="8734500" cy="22331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73243"/>
                  </a:moveTo>
                  <a:lnTo>
                    <a:pt x="90468" y="119999"/>
                  </a:lnTo>
                  <a:lnTo>
                    <a:pt x="120000" y="0"/>
                  </a:lnTo>
                  <a:lnTo>
                    <a:pt x="0" y="73243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11728450" y="1873250"/>
              <a:ext cx="6835800" cy="13103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37120" y="120000"/>
                  </a:lnTo>
                  <a:lnTo>
                    <a:pt x="0" y="62922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3276600" y="-9293225"/>
              <a:ext cx="10882200" cy="2395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8807"/>
                  </a:moveTo>
                  <a:lnTo>
                    <a:pt x="119999" y="0"/>
                  </a:lnTo>
                  <a:lnTo>
                    <a:pt x="104490" y="120000"/>
                  </a:lnTo>
                  <a:lnTo>
                    <a:pt x="46231" y="120000"/>
                  </a:lnTo>
                  <a:lnTo>
                    <a:pt x="0" y="38807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7469187" y="-6897687"/>
              <a:ext cx="5283300" cy="1690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6742" y="120000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96742" y="1200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9"/>
          <p:cNvSpPr/>
          <p:nvPr/>
        </p:nvSpPr>
        <p:spPr>
          <a:xfrm>
            <a:off x="0" y="1928808"/>
            <a:ext cx="9144000" cy="3214800"/>
          </a:xfrm>
          <a:prstGeom prst="rect">
            <a:avLst/>
          </a:prstGeom>
          <a:solidFill>
            <a:srgbClr val="0091EA">
              <a:alpha val="3254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1577" y="1927059"/>
            <a:ext cx="3325089" cy="321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Vive en las afueras de La Plata  con su familia. 2 Hijos. Casada. 43 años. Es profesional, vive en una casa con parque y 2 perros. Le gusta practicar zumba e irse de vacaciones en septiembre. Actualmente trabaja desde su casa por la pandemia. Su vida está ligada al uso de la tecnología 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personal: 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 un buen futuro a sus hijos. Tener una vida saludable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Frustraciones : 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Inflación. El mantenimiento de su hogar. La burocracia para trámites administrativos. 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Motivaciones: 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cosas simples. Aprender nuevas cosas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Habilidades: 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Comunicación. Escuchar. Hablar nuevos idiomas. Facilidad para aprender a tocar instrumentos musicales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899234" y="1952489"/>
            <a:ext cx="3215294" cy="24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Vive en La Plata en la casa de su abuela. Soltero. 32 años. Le gustan los fierros (automovilismo) y  tener una vida social activa. Suele practicar entrenamiento funcional.  Se lleva muy bien con las tecnologías.  Posee cuentas en varias redes sociales, tales como IG, FB  y otras.  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personal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Contar con una propiedad propia. Crecer en su profesión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Frustraciones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inflación y suba de precios.  Las quejas de los clientes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Motivaciones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Los autos. Viajar a la costa. La vida nocturna del fin de semana. Ir a recitales de rock 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Habilidades: 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Excelente asador. Conducir autos y motos. Tocar la batería.</a:t>
            </a:r>
            <a:endParaRPr/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3">
            <a:alphaModFix/>
          </a:blip>
          <a:srcRect l="11906" r="9556" b="35097"/>
          <a:stretch/>
        </p:blipFill>
        <p:spPr>
          <a:xfrm>
            <a:off x="543151" y="704516"/>
            <a:ext cx="944557" cy="12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4">
            <a:alphaModFix/>
          </a:blip>
          <a:srcRect b="29492"/>
          <a:stretch/>
        </p:blipFill>
        <p:spPr>
          <a:xfrm>
            <a:off x="6234340" y="750084"/>
            <a:ext cx="1059097" cy="11770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>
            <a:spLocks noGrp="1"/>
          </p:cNvSpPr>
          <p:nvPr>
            <p:ph type="title"/>
          </p:nvPr>
        </p:nvSpPr>
        <p:spPr>
          <a:xfrm>
            <a:off x="1662017" y="425672"/>
            <a:ext cx="1829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/>
              <a:t>Ana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>
                <a:solidFill>
                  <a:srgbClr val="000000"/>
                </a:solidFill>
              </a:rPr>
              <a:t>Profesional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>
                <a:solidFill>
                  <a:srgbClr val="000000"/>
                </a:solidFill>
              </a:rPr>
              <a:t>En relación de dependencia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200"/>
          </a:p>
        </p:txBody>
      </p:sp>
      <p:sp>
        <p:nvSpPr>
          <p:cNvPr id="221" name="Google Shape;221;p9"/>
          <p:cNvSpPr txBox="1"/>
          <p:nvPr/>
        </p:nvSpPr>
        <p:spPr>
          <a:xfrm>
            <a:off x="1719923" y="1299428"/>
            <a:ext cx="1614300" cy="87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“La felicidad solo es real cuando es compartida”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7390538" y="631683"/>
            <a:ext cx="1614487" cy="75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57790"/>
              <a:buFont typeface="Roboto Slab"/>
              <a:buNone/>
            </a:pPr>
            <a:r>
              <a:rPr lang="en" sz="13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Marito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57790"/>
              <a:buFont typeface="Roboto Slab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Mecánico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57790"/>
              <a:buFont typeface="Roboto Slab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Emprendedor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564"/>
              <a:buFont typeface="Roboto Slab"/>
              <a:buNone/>
            </a:pPr>
            <a:endParaRPr sz="20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7361436" y="1309430"/>
            <a:ext cx="1614300" cy="50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“Vivir solo cuesta vida”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0" y="6664"/>
            <a:ext cx="9144000" cy="59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Arquetipo de Personas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>
            <a:spLocks noGrp="1"/>
          </p:cNvSpPr>
          <p:nvPr>
            <p:ph type="ctrTitle"/>
          </p:nvPr>
        </p:nvSpPr>
        <p:spPr>
          <a:xfrm>
            <a:off x="1546024" y="1754794"/>
            <a:ext cx="7102676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2.</a:t>
            </a:r>
            <a:endParaRPr sz="6000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Definir</a:t>
            </a:r>
            <a:endParaRPr/>
          </a:p>
        </p:txBody>
      </p:sp>
      <p:sp>
        <p:nvSpPr>
          <p:cNvPr id="230" name="Google Shape;230;p10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Los competidores. Nuestro MVP.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3058620" y="1383600"/>
            <a:ext cx="2390100" cy="24123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ClasApps</a:t>
            </a:r>
            <a:endParaRPr sz="14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68520" y="1383600"/>
            <a:ext cx="2390100" cy="24123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Timbrit</a:t>
            </a:r>
            <a:endParaRPr sz="14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48720" y="1365600"/>
            <a:ext cx="2390100" cy="24123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Redes Sociales (Facebook, Instagram, etc)</a:t>
            </a:r>
            <a:endParaRPr sz="14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6266" y="3854705"/>
            <a:ext cx="574608" cy="556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5472" y="3854705"/>
            <a:ext cx="574608" cy="556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1"/>
          <p:cNvPicPr preferRelativeResize="0"/>
          <p:nvPr/>
        </p:nvPicPr>
        <p:blipFill rotWithShape="1">
          <a:blip r:embed="rId5">
            <a:alphaModFix/>
          </a:blip>
          <a:srcRect l="7677" t="10672" r="7011" b="11987"/>
          <a:stretch/>
        </p:blipFill>
        <p:spPr>
          <a:xfrm>
            <a:off x="6100343" y="3854705"/>
            <a:ext cx="1086853" cy="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4073414" y="995653"/>
            <a:ext cx="5140712" cy="58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1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Solo Timbrit y ClasApps son competidores directos con  Ofidi</a:t>
            </a:r>
            <a:r>
              <a:rPr lang="en" sz="1400" b="0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1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 txBox="1">
            <a:spLocks noGrp="1"/>
          </p:cNvSpPr>
          <p:nvPr>
            <p:ph type="title"/>
          </p:nvPr>
        </p:nvSpPr>
        <p:spPr>
          <a:xfrm>
            <a:off x="786150" y="342592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Nuestros competidores principales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" name="Google Shape;247;p12"/>
          <p:cNvGraphicFramePr/>
          <p:nvPr/>
        </p:nvGraphicFramePr>
        <p:xfrm>
          <a:off x="651510" y="995480"/>
          <a:ext cx="7840950" cy="2649825"/>
        </p:xfrm>
        <a:graphic>
          <a:graphicData uri="http://schemas.openxmlformats.org/drawingml/2006/table">
            <a:tbl>
              <a:tblPr>
                <a:noFill/>
                <a:tableStyleId>{1EC46BD0-565B-45BD-9D03-581C36126095}</a:tableStyleId>
              </a:tblPr>
              <a:tblGrid>
                <a:gridCol w="257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ClasApps</a:t>
                      </a:r>
                      <a:endParaRPr sz="1100" u="none" strike="noStrike" cap="none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App sencilla y fácil de usar.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Búsqueda rápida con gran variedad de filtros.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Rápida forma de contactar.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Calificación de profesionales.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 Opción de sumar nuevas categorías.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Denunciar perfiles falsos. </a:t>
                      </a:r>
                      <a:endParaRPr sz="1000" b="1" u="none" strike="noStrike" cap="none">
                        <a:solidFill>
                          <a:srgbClr val="263238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Poca cantidad de usuarios.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Escalar a otras ciudades.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Abarcamiento del mercado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rgbClr val="263238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Timbrit</a:t>
                      </a:r>
                      <a:endParaRPr sz="1100" u="none" strike="noStrike" cap="none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Solicitud de servicios y presupuesto. Medios de pagos.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Detallistas en la información y solicitudes.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Vinculación con redes solciales. 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Cuenta con un portal Web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contacto con el profesional se hace por solicitudes.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Erroes en el funcionamiento.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Vinculación con Apple.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Banners de publicidad frecuentes.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8" name="Google Shape;248;p12"/>
          <p:cNvSpPr/>
          <p:nvPr/>
        </p:nvSpPr>
        <p:spPr>
          <a:xfrm>
            <a:off x="4343400" y="1058273"/>
            <a:ext cx="340844" cy="340865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7086018" y="1058273"/>
            <a:ext cx="343912" cy="343933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121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0" y="6664"/>
            <a:ext cx="9144000" cy="59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Conclusiones</a:t>
            </a:r>
            <a:endParaRPr sz="20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694854" y="507665"/>
            <a:ext cx="7754400" cy="3975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56419" y="663905"/>
            <a:ext cx="7431090" cy="3975493"/>
            <a:chOff x="638138" y="467100"/>
            <a:chExt cx="7867750" cy="4194000"/>
          </a:xfrm>
        </p:grpSpPr>
        <p:cxnSp>
          <p:nvCxnSpPr>
            <p:cNvPr id="257" name="Google Shape;257;p13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13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13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13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13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2" name="Google Shape;262;p13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3" name="Google Shape;263;p13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4" name="Google Shape;264;p13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5" name="Google Shape;265;p13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6" name="Google Shape;266;p13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2" name="Google Shape;292;p13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13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4" name="Google Shape;294;p13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5" name="Google Shape;295;p13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6" name="Google Shape;296;p13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7" name="Google Shape;297;p13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8" name="Google Shape;298;p13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13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0" name="Google Shape;300;p13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1" name="Google Shape;301;p13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13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03" name="Google Shape;303;p13"/>
          <p:cNvGrpSpPr/>
          <p:nvPr/>
        </p:nvGrpSpPr>
        <p:grpSpPr>
          <a:xfrm>
            <a:off x="4572008" y="-1307318"/>
            <a:ext cx="0" cy="7605338"/>
            <a:chOff x="2564088" y="-1454526"/>
            <a:chExt cx="0" cy="8052239"/>
          </a:xfrm>
        </p:grpSpPr>
        <p:cxnSp>
          <p:nvCxnSpPr>
            <p:cNvPr id="304" name="Google Shape;304;p13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5" name="Google Shape;305;p13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6" name="Google Shape;306;p13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7" name="Google Shape;307;p13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p13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13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p13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13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13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3" name="Google Shape;313;p13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4" name="Google Shape;314;p13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13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13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13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13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13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p13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1" name="Google Shape;321;p13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2" name="Google Shape;322;p13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3" name="Google Shape;323;p13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4" name="Google Shape;324;p13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5" name="Google Shape;325;p13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26" name="Google Shape;326;p13"/>
          <p:cNvCxnSpPr/>
          <p:nvPr/>
        </p:nvCxnSpPr>
        <p:spPr>
          <a:xfrm>
            <a:off x="4572001" y="507665"/>
            <a:ext cx="0" cy="397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327" name="Google Shape;327;p13"/>
          <p:cNvCxnSpPr/>
          <p:nvPr/>
        </p:nvCxnSpPr>
        <p:spPr>
          <a:xfrm>
            <a:off x="694854" y="2495400"/>
            <a:ext cx="775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328" name="Google Shape;328;p13"/>
          <p:cNvSpPr txBox="1"/>
          <p:nvPr/>
        </p:nvSpPr>
        <p:spPr>
          <a:xfrm rot="-5400000">
            <a:off x="9375" y="2417251"/>
            <a:ext cx="1215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Bajo CSAST</a:t>
            </a:r>
            <a:endParaRPr sz="8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 rot="5400000">
            <a:off x="7919675" y="2417213"/>
            <a:ext cx="1215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Alto Csast (satisfacción)</a:t>
            </a:r>
            <a:endParaRPr sz="8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3964512" y="4483098"/>
            <a:ext cx="1215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Bajo Nps</a:t>
            </a:r>
            <a:endParaRPr sz="8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3964464" y="351525"/>
            <a:ext cx="1215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Alto NPS (Recomendaciones) </a:t>
            </a:r>
            <a:endParaRPr sz="8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6545775" y="883467"/>
            <a:ext cx="944700" cy="94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OFIDI</a:t>
            </a:r>
            <a:endParaRPr sz="800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2715759" y="752299"/>
            <a:ext cx="827400" cy="82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Facebook</a:t>
            </a:r>
            <a:endParaRPr sz="800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837674" y="2757863"/>
            <a:ext cx="690000" cy="69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Timbrit</a:t>
            </a:r>
            <a:endParaRPr sz="8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388112" y="1643274"/>
            <a:ext cx="690000" cy="69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ClasApps</a:t>
            </a:r>
            <a:endParaRPr sz="800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228984" y="3573974"/>
            <a:ext cx="642383" cy="6581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Iguana</a:t>
            </a:r>
            <a:endParaRPr sz="8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7" name="Google Shape;337;p13"/>
          <p:cNvSpPr txBox="1">
            <a:spLocks noGrp="1"/>
          </p:cNvSpPr>
          <p:nvPr>
            <p:ph type="title"/>
          </p:nvPr>
        </p:nvSpPr>
        <p:spPr>
          <a:xfrm>
            <a:off x="538725" y="-96138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¿Dónde nos queremos ubicar?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/>
          <p:nvPr/>
        </p:nvSpPr>
        <p:spPr>
          <a:xfrm>
            <a:off x="387175" y="327675"/>
            <a:ext cx="2572500" cy="2496900"/>
          </a:xfrm>
          <a:prstGeom prst="ellipse">
            <a:avLst/>
          </a:prstGeom>
          <a:noFill/>
          <a:ln w="9525" cap="flat" cmpd="sng">
            <a:solidFill>
              <a:srgbClr val="ECEF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Nuestro MVP</a:t>
            </a:r>
            <a:endParaRPr sz="18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 txBox="1">
            <a:spLocks noGrp="1"/>
          </p:cNvSpPr>
          <p:nvPr>
            <p:ph type="body" idx="1"/>
          </p:nvPr>
        </p:nvSpPr>
        <p:spPr>
          <a:xfrm>
            <a:off x="402661" y="2036473"/>
            <a:ext cx="2419800" cy="49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Buscar un Servicio</a:t>
            </a:r>
            <a:endParaRPr b="1"/>
          </a:p>
        </p:txBody>
      </p:sp>
      <p:sp>
        <p:nvSpPr>
          <p:cNvPr id="348" name="Google Shape;348;p15"/>
          <p:cNvSpPr txBox="1">
            <a:spLocks noGrp="1"/>
          </p:cNvSpPr>
          <p:nvPr>
            <p:ph type="body" idx="2"/>
          </p:nvPr>
        </p:nvSpPr>
        <p:spPr>
          <a:xfrm>
            <a:off x="3502115" y="1977834"/>
            <a:ext cx="126798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Ver perfil </a:t>
            </a:r>
            <a:endParaRPr b="1"/>
          </a:p>
        </p:txBody>
      </p:sp>
      <p:sp>
        <p:nvSpPr>
          <p:cNvPr id="349" name="Google Shape;349;p15"/>
          <p:cNvSpPr txBox="1">
            <a:spLocks noGrp="1"/>
          </p:cNvSpPr>
          <p:nvPr>
            <p:ph type="body" idx="3"/>
          </p:nvPr>
        </p:nvSpPr>
        <p:spPr>
          <a:xfrm>
            <a:off x="5722808" y="2036473"/>
            <a:ext cx="2530557" cy="68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Contacta profesionales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/>
          </a:p>
        </p:txBody>
      </p:sp>
      <p:sp>
        <p:nvSpPr>
          <p:cNvPr id="350" name="Google Shape;350;p15"/>
          <p:cNvSpPr txBox="1">
            <a:spLocks noGrp="1"/>
          </p:cNvSpPr>
          <p:nvPr>
            <p:ph type="body" idx="1"/>
          </p:nvPr>
        </p:nvSpPr>
        <p:spPr>
          <a:xfrm>
            <a:off x="1553689" y="3421590"/>
            <a:ext cx="2419800" cy="6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Publicar un Servicio</a:t>
            </a:r>
            <a:r>
              <a:rPr lang="en" sz="1200"/>
              <a:t>.</a:t>
            </a:r>
            <a:endParaRPr sz="1200"/>
          </a:p>
        </p:txBody>
      </p:sp>
      <p:sp>
        <p:nvSpPr>
          <p:cNvPr id="351" name="Google Shape;351;p15"/>
          <p:cNvSpPr txBox="1">
            <a:spLocks noGrp="1"/>
          </p:cNvSpPr>
          <p:nvPr>
            <p:ph type="body" idx="2"/>
          </p:nvPr>
        </p:nvSpPr>
        <p:spPr>
          <a:xfrm>
            <a:off x="4676065" y="3421590"/>
            <a:ext cx="24198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Califica Profesionales</a:t>
            </a:r>
            <a:endParaRPr sz="1200"/>
          </a:p>
        </p:txBody>
      </p:sp>
      <p:sp>
        <p:nvSpPr>
          <p:cNvPr id="352" name="Google Shape;352;p15"/>
          <p:cNvSpPr/>
          <p:nvPr/>
        </p:nvSpPr>
        <p:spPr>
          <a:xfrm>
            <a:off x="1239234" y="1424866"/>
            <a:ext cx="373327" cy="376518"/>
          </a:xfrm>
          <a:custGeom>
            <a:avLst/>
            <a:gdLst/>
            <a:ahLst/>
            <a:cxnLst/>
            <a:rect l="l" t="t" r="r" b="b"/>
            <a:pathLst>
              <a:path w="17082" h="17228" extrusionOk="0">
                <a:moveTo>
                  <a:pt x="6497" y="2993"/>
                </a:moveTo>
                <a:lnTo>
                  <a:pt x="6400" y="3042"/>
                </a:lnTo>
                <a:lnTo>
                  <a:pt x="6302" y="3090"/>
                </a:lnTo>
                <a:lnTo>
                  <a:pt x="6229" y="3212"/>
                </a:lnTo>
                <a:lnTo>
                  <a:pt x="6229" y="3285"/>
                </a:lnTo>
                <a:lnTo>
                  <a:pt x="6254" y="3334"/>
                </a:lnTo>
                <a:lnTo>
                  <a:pt x="6278" y="3407"/>
                </a:lnTo>
                <a:lnTo>
                  <a:pt x="6351" y="3455"/>
                </a:lnTo>
                <a:lnTo>
                  <a:pt x="6400" y="3480"/>
                </a:lnTo>
                <a:lnTo>
                  <a:pt x="6643" y="3480"/>
                </a:lnTo>
                <a:lnTo>
                  <a:pt x="6692" y="3504"/>
                </a:lnTo>
                <a:lnTo>
                  <a:pt x="6911" y="3504"/>
                </a:lnTo>
                <a:lnTo>
                  <a:pt x="6959" y="3480"/>
                </a:lnTo>
                <a:lnTo>
                  <a:pt x="7008" y="3455"/>
                </a:lnTo>
                <a:lnTo>
                  <a:pt x="7057" y="3407"/>
                </a:lnTo>
                <a:lnTo>
                  <a:pt x="7057" y="3334"/>
                </a:lnTo>
                <a:lnTo>
                  <a:pt x="7057" y="3212"/>
                </a:lnTo>
                <a:lnTo>
                  <a:pt x="7032" y="3163"/>
                </a:lnTo>
                <a:lnTo>
                  <a:pt x="7008" y="3115"/>
                </a:lnTo>
                <a:lnTo>
                  <a:pt x="6935" y="3042"/>
                </a:lnTo>
                <a:lnTo>
                  <a:pt x="6838" y="3017"/>
                </a:lnTo>
                <a:lnTo>
                  <a:pt x="6716" y="2993"/>
                </a:lnTo>
                <a:close/>
                <a:moveTo>
                  <a:pt x="5743" y="3236"/>
                </a:moveTo>
                <a:lnTo>
                  <a:pt x="5670" y="3261"/>
                </a:lnTo>
                <a:lnTo>
                  <a:pt x="5402" y="3358"/>
                </a:lnTo>
                <a:lnTo>
                  <a:pt x="5134" y="3480"/>
                </a:lnTo>
                <a:lnTo>
                  <a:pt x="4891" y="3601"/>
                </a:lnTo>
                <a:lnTo>
                  <a:pt x="4672" y="3747"/>
                </a:lnTo>
                <a:lnTo>
                  <a:pt x="4453" y="3918"/>
                </a:lnTo>
                <a:lnTo>
                  <a:pt x="4234" y="4088"/>
                </a:lnTo>
                <a:lnTo>
                  <a:pt x="4039" y="4283"/>
                </a:lnTo>
                <a:lnTo>
                  <a:pt x="3869" y="4477"/>
                </a:lnTo>
                <a:lnTo>
                  <a:pt x="3699" y="4696"/>
                </a:lnTo>
                <a:lnTo>
                  <a:pt x="3553" y="4940"/>
                </a:lnTo>
                <a:lnTo>
                  <a:pt x="3431" y="5159"/>
                </a:lnTo>
                <a:lnTo>
                  <a:pt x="3309" y="5402"/>
                </a:lnTo>
                <a:lnTo>
                  <a:pt x="3236" y="5670"/>
                </a:lnTo>
                <a:lnTo>
                  <a:pt x="3163" y="5937"/>
                </a:lnTo>
                <a:lnTo>
                  <a:pt x="3115" y="6229"/>
                </a:lnTo>
                <a:lnTo>
                  <a:pt x="3090" y="6497"/>
                </a:lnTo>
                <a:lnTo>
                  <a:pt x="3090" y="6546"/>
                </a:lnTo>
                <a:lnTo>
                  <a:pt x="3115" y="6594"/>
                </a:lnTo>
                <a:lnTo>
                  <a:pt x="3188" y="6667"/>
                </a:lnTo>
                <a:lnTo>
                  <a:pt x="3261" y="6716"/>
                </a:lnTo>
                <a:lnTo>
                  <a:pt x="3285" y="6716"/>
                </a:lnTo>
                <a:lnTo>
                  <a:pt x="3309" y="6692"/>
                </a:lnTo>
                <a:lnTo>
                  <a:pt x="3382" y="6667"/>
                </a:lnTo>
                <a:lnTo>
                  <a:pt x="3431" y="6594"/>
                </a:lnTo>
                <a:lnTo>
                  <a:pt x="3480" y="6546"/>
                </a:lnTo>
                <a:lnTo>
                  <a:pt x="3504" y="6473"/>
                </a:lnTo>
                <a:lnTo>
                  <a:pt x="3528" y="6156"/>
                </a:lnTo>
                <a:lnTo>
                  <a:pt x="3601" y="5864"/>
                </a:lnTo>
                <a:lnTo>
                  <a:pt x="3699" y="5597"/>
                </a:lnTo>
                <a:lnTo>
                  <a:pt x="3820" y="5353"/>
                </a:lnTo>
                <a:lnTo>
                  <a:pt x="3966" y="5086"/>
                </a:lnTo>
                <a:lnTo>
                  <a:pt x="4137" y="4867"/>
                </a:lnTo>
                <a:lnTo>
                  <a:pt x="4307" y="4623"/>
                </a:lnTo>
                <a:lnTo>
                  <a:pt x="4526" y="4429"/>
                </a:lnTo>
                <a:lnTo>
                  <a:pt x="4745" y="4234"/>
                </a:lnTo>
                <a:lnTo>
                  <a:pt x="4988" y="4088"/>
                </a:lnTo>
                <a:lnTo>
                  <a:pt x="5256" y="3942"/>
                </a:lnTo>
                <a:lnTo>
                  <a:pt x="5499" y="3796"/>
                </a:lnTo>
                <a:lnTo>
                  <a:pt x="5767" y="3699"/>
                </a:lnTo>
                <a:lnTo>
                  <a:pt x="5864" y="3650"/>
                </a:lnTo>
                <a:lnTo>
                  <a:pt x="5913" y="3577"/>
                </a:lnTo>
                <a:lnTo>
                  <a:pt x="5937" y="3504"/>
                </a:lnTo>
                <a:lnTo>
                  <a:pt x="5937" y="3407"/>
                </a:lnTo>
                <a:lnTo>
                  <a:pt x="5889" y="3334"/>
                </a:lnTo>
                <a:lnTo>
                  <a:pt x="5840" y="3285"/>
                </a:lnTo>
                <a:lnTo>
                  <a:pt x="5743" y="3236"/>
                </a:lnTo>
                <a:close/>
                <a:moveTo>
                  <a:pt x="7324" y="1971"/>
                </a:moveTo>
                <a:lnTo>
                  <a:pt x="7787" y="2020"/>
                </a:lnTo>
                <a:lnTo>
                  <a:pt x="8249" y="2141"/>
                </a:lnTo>
                <a:lnTo>
                  <a:pt x="8687" y="2312"/>
                </a:lnTo>
                <a:lnTo>
                  <a:pt x="9101" y="2506"/>
                </a:lnTo>
                <a:lnTo>
                  <a:pt x="9490" y="2774"/>
                </a:lnTo>
                <a:lnTo>
                  <a:pt x="9879" y="3066"/>
                </a:lnTo>
                <a:lnTo>
                  <a:pt x="10220" y="3431"/>
                </a:lnTo>
                <a:lnTo>
                  <a:pt x="10512" y="3820"/>
                </a:lnTo>
                <a:lnTo>
                  <a:pt x="10707" y="4088"/>
                </a:lnTo>
                <a:lnTo>
                  <a:pt x="10877" y="4380"/>
                </a:lnTo>
                <a:lnTo>
                  <a:pt x="11023" y="4696"/>
                </a:lnTo>
                <a:lnTo>
                  <a:pt x="11120" y="5013"/>
                </a:lnTo>
                <a:lnTo>
                  <a:pt x="11217" y="5329"/>
                </a:lnTo>
                <a:lnTo>
                  <a:pt x="11266" y="5645"/>
                </a:lnTo>
                <a:lnTo>
                  <a:pt x="11315" y="5986"/>
                </a:lnTo>
                <a:lnTo>
                  <a:pt x="11315" y="6302"/>
                </a:lnTo>
                <a:lnTo>
                  <a:pt x="11315" y="6643"/>
                </a:lnTo>
                <a:lnTo>
                  <a:pt x="11266" y="6959"/>
                </a:lnTo>
                <a:lnTo>
                  <a:pt x="11217" y="7300"/>
                </a:lnTo>
                <a:lnTo>
                  <a:pt x="11144" y="7616"/>
                </a:lnTo>
                <a:lnTo>
                  <a:pt x="11047" y="7932"/>
                </a:lnTo>
                <a:lnTo>
                  <a:pt x="10925" y="8249"/>
                </a:lnTo>
                <a:lnTo>
                  <a:pt x="10780" y="8565"/>
                </a:lnTo>
                <a:lnTo>
                  <a:pt x="10634" y="8857"/>
                </a:lnTo>
                <a:lnTo>
                  <a:pt x="10439" y="9173"/>
                </a:lnTo>
                <a:lnTo>
                  <a:pt x="10220" y="9490"/>
                </a:lnTo>
                <a:lnTo>
                  <a:pt x="9977" y="9757"/>
                </a:lnTo>
                <a:lnTo>
                  <a:pt x="9733" y="10025"/>
                </a:lnTo>
                <a:lnTo>
                  <a:pt x="9441" y="10268"/>
                </a:lnTo>
                <a:lnTo>
                  <a:pt x="9149" y="10487"/>
                </a:lnTo>
                <a:lnTo>
                  <a:pt x="8857" y="10682"/>
                </a:lnTo>
                <a:lnTo>
                  <a:pt x="8541" y="10852"/>
                </a:lnTo>
                <a:lnTo>
                  <a:pt x="8200" y="10998"/>
                </a:lnTo>
                <a:lnTo>
                  <a:pt x="7860" y="11120"/>
                </a:lnTo>
                <a:lnTo>
                  <a:pt x="7519" y="11193"/>
                </a:lnTo>
                <a:lnTo>
                  <a:pt x="7154" y="11242"/>
                </a:lnTo>
                <a:lnTo>
                  <a:pt x="6789" y="11266"/>
                </a:lnTo>
                <a:lnTo>
                  <a:pt x="6424" y="11242"/>
                </a:lnTo>
                <a:lnTo>
                  <a:pt x="6059" y="11193"/>
                </a:lnTo>
                <a:lnTo>
                  <a:pt x="5670" y="11096"/>
                </a:lnTo>
                <a:lnTo>
                  <a:pt x="5353" y="10998"/>
                </a:lnTo>
                <a:lnTo>
                  <a:pt x="5037" y="10877"/>
                </a:lnTo>
                <a:lnTo>
                  <a:pt x="4721" y="10731"/>
                </a:lnTo>
                <a:lnTo>
                  <a:pt x="4404" y="10560"/>
                </a:lnTo>
                <a:lnTo>
                  <a:pt x="4112" y="10390"/>
                </a:lnTo>
                <a:lnTo>
                  <a:pt x="3820" y="10171"/>
                </a:lnTo>
                <a:lnTo>
                  <a:pt x="3553" y="9952"/>
                </a:lnTo>
                <a:lnTo>
                  <a:pt x="3285" y="9733"/>
                </a:lnTo>
                <a:lnTo>
                  <a:pt x="3042" y="9490"/>
                </a:lnTo>
                <a:lnTo>
                  <a:pt x="2823" y="9222"/>
                </a:lnTo>
                <a:lnTo>
                  <a:pt x="2628" y="8930"/>
                </a:lnTo>
                <a:lnTo>
                  <a:pt x="2434" y="8638"/>
                </a:lnTo>
                <a:lnTo>
                  <a:pt x="2288" y="8346"/>
                </a:lnTo>
                <a:lnTo>
                  <a:pt x="2142" y="8030"/>
                </a:lnTo>
                <a:lnTo>
                  <a:pt x="2044" y="7689"/>
                </a:lnTo>
                <a:lnTo>
                  <a:pt x="1971" y="7349"/>
                </a:lnTo>
                <a:lnTo>
                  <a:pt x="1947" y="7057"/>
                </a:lnTo>
                <a:lnTo>
                  <a:pt x="1923" y="6765"/>
                </a:lnTo>
                <a:lnTo>
                  <a:pt x="1923" y="6497"/>
                </a:lnTo>
                <a:lnTo>
                  <a:pt x="1947" y="6205"/>
                </a:lnTo>
                <a:lnTo>
                  <a:pt x="1996" y="5937"/>
                </a:lnTo>
                <a:lnTo>
                  <a:pt x="2044" y="5670"/>
                </a:lnTo>
                <a:lnTo>
                  <a:pt x="2142" y="5402"/>
                </a:lnTo>
                <a:lnTo>
                  <a:pt x="2239" y="5159"/>
                </a:lnTo>
                <a:lnTo>
                  <a:pt x="2336" y="4915"/>
                </a:lnTo>
                <a:lnTo>
                  <a:pt x="2482" y="4672"/>
                </a:lnTo>
                <a:lnTo>
                  <a:pt x="2628" y="4429"/>
                </a:lnTo>
                <a:lnTo>
                  <a:pt x="2774" y="4210"/>
                </a:lnTo>
                <a:lnTo>
                  <a:pt x="2944" y="3991"/>
                </a:lnTo>
                <a:lnTo>
                  <a:pt x="3139" y="3772"/>
                </a:lnTo>
                <a:lnTo>
                  <a:pt x="3528" y="3382"/>
                </a:lnTo>
                <a:lnTo>
                  <a:pt x="3966" y="3017"/>
                </a:lnTo>
                <a:lnTo>
                  <a:pt x="4404" y="2701"/>
                </a:lnTo>
                <a:lnTo>
                  <a:pt x="4891" y="2409"/>
                </a:lnTo>
                <a:lnTo>
                  <a:pt x="5134" y="2287"/>
                </a:lnTo>
                <a:lnTo>
                  <a:pt x="5378" y="2166"/>
                </a:lnTo>
                <a:lnTo>
                  <a:pt x="5645" y="2117"/>
                </a:lnTo>
                <a:lnTo>
                  <a:pt x="6035" y="2068"/>
                </a:lnTo>
                <a:lnTo>
                  <a:pt x="6716" y="1995"/>
                </a:lnTo>
                <a:lnTo>
                  <a:pt x="7300" y="1995"/>
                </a:lnTo>
                <a:lnTo>
                  <a:pt x="7324" y="1971"/>
                </a:lnTo>
                <a:close/>
                <a:moveTo>
                  <a:pt x="6935" y="1533"/>
                </a:moveTo>
                <a:lnTo>
                  <a:pt x="6497" y="1582"/>
                </a:lnTo>
                <a:lnTo>
                  <a:pt x="6083" y="1679"/>
                </a:lnTo>
                <a:lnTo>
                  <a:pt x="5864" y="1703"/>
                </a:lnTo>
                <a:lnTo>
                  <a:pt x="5621" y="1752"/>
                </a:lnTo>
                <a:lnTo>
                  <a:pt x="5353" y="1825"/>
                </a:lnTo>
                <a:lnTo>
                  <a:pt x="5110" y="1922"/>
                </a:lnTo>
                <a:lnTo>
                  <a:pt x="4842" y="2044"/>
                </a:lnTo>
                <a:lnTo>
                  <a:pt x="4599" y="2166"/>
                </a:lnTo>
                <a:lnTo>
                  <a:pt x="4112" y="2458"/>
                </a:lnTo>
                <a:lnTo>
                  <a:pt x="3650" y="2774"/>
                </a:lnTo>
                <a:lnTo>
                  <a:pt x="3212" y="3115"/>
                </a:lnTo>
                <a:lnTo>
                  <a:pt x="2823" y="3504"/>
                </a:lnTo>
                <a:lnTo>
                  <a:pt x="2458" y="3918"/>
                </a:lnTo>
                <a:lnTo>
                  <a:pt x="2312" y="4161"/>
                </a:lnTo>
                <a:lnTo>
                  <a:pt x="2166" y="4380"/>
                </a:lnTo>
                <a:lnTo>
                  <a:pt x="2020" y="4623"/>
                </a:lnTo>
                <a:lnTo>
                  <a:pt x="1923" y="4867"/>
                </a:lnTo>
                <a:lnTo>
                  <a:pt x="1801" y="5110"/>
                </a:lnTo>
                <a:lnTo>
                  <a:pt x="1728" y="5378"/>
                </a:lnTo>
                <a:lnTo>
                  <a:pt x="1631" y="5645"/>
                </a:lnTo>
                <a:lnTo>
                  <a:pt x="1582" y="5913"/>
                </a:lnTo>
                <a:lnTo>
                  <a:pt x="1533" y="6181"/>
                </a:lnTo>
                <a:lnTo>
                  <a:pt x="1509" y="6473"/>
                </a:lnTo>
                <a:lnTo>
                  <a:pt x="1509" y="6765"/>
                </a:lnTo>
                <a:lnTo>
                  <a:pt x="1509" y="7057"/>
                </a:lnTo>
                <a:lnTo>
                  <a:pt x="1558" y="7349"/>
                </a:lnTo>
                <a:lnTo>
                  <a:pt x="1606" y="7640"/>
                </a:lnTo>
                <a:lnTo>
                  <a:pt x="1679" y="7932"/>
                </a:lnTo>
                <a:lnTo>
                  <a:pt x="1752" y="8224"/>
                </a:lnTo>
                <a:lnTo>
                  <a:pt x="1874" y="8492"/>
                </a:lnTo>
                <a:lnTo>
                  <a:pt x="1996" y="8760"/>
                </a:lnTo>
                <a:lnTo>
                  <a:pt x="2142" y="9027"/>
                </a:lnTo>
                <a:lnTo>
                  <a:pt x="2312" y="9295"/>
                </a:lnTo>
                <a:lnTo>
                  <a:pt x="2507" y="9538"/>
                </a:lnTo>
                <a:lnTo>
                  <a:pt x="2726" y="9782"/>
                </a:lnTo>
                <a:lnTo>
                  <a:pt x="2944" y="10001"/>
                </a:lnTo>
                <a:lnTo>
                  <a:pt x="3188" y="10195"/>
                </a:lnTo>
                <a:lnTo>
                  <a:pt x="3699" y="10585"/>
                </a:lnTo>
                <a:lnTo>
                  <a:pt x="3991" y="10779"/>
                </a:lnTo>
                <a:lnTo>
                  <a:pt x="4283" y="10950"/>
                </a:lnTo>
                <a:lnTo>
                  <a:pt x="4599" y="11120"/>
                </a:lnTo>
                <a:lnTo>
                  <a:pt x="4915" y="11266"/>
                </a:lnTo>
                <a:lnTo>
                  <a:pt x="5232" y="11412"/>
                </a:lnTo>
                <a:lnTo>
                  <a:pt x="5572" y="11509"/>
                </a:lnTo>
                <a:lnTo>
                  <a:pt x="5889" y="11607"/>
                </a:lnTo>
                <a:lnTo>
                  <a:pt x="6254" y="11680"/>
                </a:lnTo>
                <a:lnTo>
                  <a:pt x="6594" y="11704"/>
                </a:lnTo>
                <a:lnTo>
                  <a:pt x="6959" y="11728"/>
                </a:lnTo>
                <a:lnTo>
                  <a:pt x="7300" y="11680"/>
                </a:lnTo>
                <a:lnTo>
                  <a:pt x="7641" y="11631"/>
                </a:lnTo>
                <a:lnTo>
                  <a:pt x="7981" y="11534"/>
                </a:lnTo>
                <a:lnTo>
                  <a:pt x="8322" y="11436"/>
                </a:lnTo>
                <a:lnTo>
                  <a:pt x="8638" y="11290"/>
                </a:lnTo>
                <a:lnTo>
                  <a:pt x="8955" y="11120"/>
                </a:lnTo>
                <a:lnTo>
                  <a:pt x="9344" y="10877"/>
                </a:lnTo>
                <a:lnTo>
                  <a:pt x="9733" y="10609"/>
                </a:lnTo>
                <a:lnTo>
                  <a:pt x="10074" y="10293"/>
                </a:lnTo>
                <a:lnTo>
                  <a:pt x="10390" y="9976"/>
                </a:lnTo>
                <a:lnTo>
                  <a:pt x="10658" y="9611"/>
                </a:lnTo>
                <a:lnTo>
                  <a:pt x="10925" y="9222"/>
                </a:lnTo>
                <a:lnTo>
                  <a:pt x="11144" y="8808"/>
                </a:lnTo>
                <a:lnTo>
                  <a:pt x="11339" y="8395"/>
                </a:lnTo>
                <a:lnTo>
                  <a:pt x="11509" y="7957"/>
                </a:lnTo>
                <a:lnTo>
                  <a:pt x="11631" y="7519"/>
                </a:lnTo>
                <a:lnTo>
                  <a:pt x="11704" y="7081"/>
                </a:lnTo>
                <a:lnTo>
                  <a:pt x="11753" y="6619"/>
                </a:lnTo>
                <a:lnTo>
                  <a:pt x="11753" y="6156"/>
                </a:lnTo>
                <a:lnTo>
                  <a:pt x="11728" y="5694"/>
                </a:lnTo>
                <a:lnTo>
                  <a:pt x="11655" y="5256"/>
                </a:lnTo>
                <a:lnTo>
                  <a:pt x="11534" y="4794"/>
                </a:lnTo>
                <a:lnTo>
                  <a:pt x="11363" y="4404"/>
                </a:lnTo>
                <a:lnTo>
                  <a:pt x="11169" y="4015"/>
                </a:lnTo>
                <a:lnTo>
                  <a:pt x="10950" y="3650"/>
                </a:lnTo>
                <a:lnTo>
                  <a:pt x="10682" y="3285"/>
                </a:lnTo>
                <a:lnTo>
                  <a:pt x="10390" y="2969"/>
                </a:lnTo>
                <a:lnTo>
                  <a:pt x="10074" y="2677"/>
                </a:lnTo>
                <a:lnTo>
                  <a:pt x="9733" y="2409"/>
                </a:lnTo>
                <a:lnTo>
                  <a:pt x="9393" y="2166"/>
                </a:lnTo>
                <a:lnTo>
                  <a:pt x="9003" y="1971"/>
                </a:lnTo>
                <a:lnTo>
                  <a:pt x="8614" y="1801"/>
                </a:lnTo>
                <a:lnTo>
                  <a:pt x="8200" y="1655"/>
                </a:lnTo>
                <a:lnTo>
                  <a:pt x="7787" y="1582"/>
                </a:lnTo>
                <a:lnTo>
                  <a:pt x="7349" y="1533"/>
                </a:lnTo>
                <a:close/>
                <a:moveTo>
                  <a:pt x="12118" y="11558"/>
                </a:moveTo>
                <a:lnTo>
                  <a:pt x="12142" y="11582"/>
                </a:lnTo>
                <a:lnTo>
                  <a:pt x="11972" y="11777"/>
                </a:lnTo>
                <a:lnTo>
                  <a:pt x="12093" y="11631"/>
                </a:lnTo>
                <a:lnTo>
                  <a:pt x="12118" y="11558"/>
                </a:lnTo>
                <a:close/>
                <a:moveTo>
                  <a:pt x="6789" y="584"/>
                </a:moveTo>
                <a:lnTo>
                  <a:pt x="7154" y="608"/>
                </a:lnTo>
                <a:lnTo>
                  <a:pt x="7519" y="657"/>
                </a:lnTo>
                <a:lnTo>
                  <a:pt x="7884" y="706"/>
                </a:lnTo>
                <a:lnTo>
                  <a:pt x="8225" y="803"/>
                </a:lnTo>
                <a:lnTo>
                  <a:pt x="8565" y="900"/>
                </a:lnTo>
                <a:lnTo>
                  <a:pt x="8906" y="1022"/>
                </a:lnTo>
                <a:lnTo>
                  <a:pt x="9247" y="1144"/>
                </a:lnTo>
                <a:lnTo>
                  <a:pt x="9563" y="1314"/>
                </a:lnTo>
                <a:lnTo>
                  <a:pt x="9879" y="1484"/>
                </a:lnTo>
                <a:lnTo>
                  <a:pt x="10171" y="1679"/>
                </a:lnTo>
                <a:lnTo>
                  <a:pt x="10439" y="1874"/>
                </a:lnTo>
                <a:lnTo>
                  <a:pt x="10707" y="2093"/>
                </a:lnTo>
                <a:lnTo>
                  <a:pt x="10950" y="2312"/>
                </a:lnTo>
                <a:lnTo>
                  <a:pt x="11193" y="2555"/>
                </a:lnTo>
                <a:lnTo>
                  <a:pt x="11485" y="2896"/>
                </a:lnTo>
                <a:lnTo>
                  <a:pt x="11753" y="3261"/>
                </a:lnTo>
                <a:lnTo>
                  <a:pt x="11996" y="3626"/>
                </a:lnTo>
                <a:lnTo>
                  <a:pt x="12191" y="4015"/>
                </a:lnTo>
                <a:lnTo>
                  <a:pt x="12361" y="4404"/>
                </a:lnTo>
                <a:lnTo>
                  <a:pt x="12507" y="4818"/>
                </a:lnTo>
                <a:lnTo>
                  <a:pt x="12629" y="5232"/>
                </a:lnTo>
                <a:lnTo>
                  <a:pt x="12702" y="5645"/>
                </a:lnTo>
                <a:lnTo>
                  <a:pt x="12750" y="6059"/>
                </a:lnTo>
                <a:lnTo>
                  <a:pt x="12775" y="6473"/>
                </a:lnTo>
                <a:lnTo>
                  <a:pt x="12775" y="6911"/>
                </a:lnTo>
                <a:lnTo>
                  <a:pt x="12726" y="7324"/>
                </a:lnTo>
                <a:lnTo>
                  <a:pt x="12653" y="7762"/>
                </a:lnTo>
                <a:lnTo>
                  <a:pt x="12556" y="8176"/>
                </a:lnTo>
                <a:lnTo>
                  <a:pt x="12434" y="8589"/>
                </a:lnTo>
                <a:lnTo>
                  <a:pt x="12264" y="9003"/>
                </a:lnTo>
                <a:lnTo>
                  <a:pt x="12045" y="9465"/>
                </a:lnTo>
                <a:lnTo>
                  <a:pt x="11801" y="9903"/>
                </a:lnTo>
                <a:lnTo>
                  <a:pt x="11534" y="10293"/>
                </a:lnTo>
                <a:lnTo>
                  <a:pt x="11217" y="10682"/>
                </a:lnTo>
                <a:lnTo>
                  <a:pt x="10901" y="11047"/>
                </a:lnTo>
                <a:lnTo>
                  <a:pt x="10536" y="11388"/>
                </a:lnTo>
                <a:lnTo>
                  <a:pt x="10171" y="11680"/>
                </a:lnTo>
                <a:lnTo>
                  <a:pt x="9782" y="11947"/>
                </a:lnTo>
                <a:lnTo>
                  <a:pt x="9368" y="12191"/>
                </a:lnTo>
                <a:lnTo>
                  <a:pt x="8930" y="12385"/>
                </a:lnTo>
                <a:lnTo>
                  <a:pt x="8468" y="12556"/>
                </a:lnTo>
                <a:lnTo>
                  <a:pt x="8006" y="12677"/>
                </a:lnTo>
                <a:lnTo>
                  <a:pt x="7543" y="12750"/>
                </a:lnTo>
                <a:lnTo>
                  <a:pt x="7032" y="12775"/>
                </a:lnTo>
                <a:lnTo>
                  <a:pt x="6546" y="12775"/>
                </a:lnTo>
                <a:lnTo>
                  <a:pt x="6035" y="12702"/>
                </a:lnTo>
                <a:lnTo>
                  <a:pt x="5597" y="12604"/>
                </a:lnTo>
                <a:lnTo>
                  <a:pt x="5159" y="12483"/>
                </a:lnTo>
                <a:lnTo>
                  <a:pt x="4721" y="12337"/>
                </a:lnTo>
                <a:lnTo>
                  <a:pt x="4307" y="12166"/>
                </a:lnTo>
                <a:lnTo>
                  <a:pt x="3893" y="11947"/>
                </a:lnTo>
                <a:lnTo>
                  <a:pt x="3504" y="11728"/>
                </a:lnTo>
                <a:lnTo>
                  <a:pt x="3115" y="11485"/>
                </a:lnTo>
                <a:lnTo>
                  <a:pt x="2774" y="11193"/>
                </a:lnTo>
                <a:lnTo>
                  <a:pt x="2434" y="10901"/>
                </a:lnTo>
                <a:lnTo>
                  <a:pt x="2117" y="10560"/>
                </a:lnTo>
                <a:lnTo>
                  <a:pt x="1825" y="10220"/>
                </a:lnTo>
                <a:lnTo>
                  <a:pt x="1558" y="9855"/>
                </a:lnTo>
                <a:lnTo>
                  <a:pt x="1314" y="9465"/>
                </a:lnTo>
                <a:lnTo>
                  <a:pt x="1095" y="9052"/>
                </a:lnTo>
                <a:lnTo>
                  <a:pt x="925" y="8638"/>
                </a:lnTo>
                <a:lnTo>
                  <a:pt x="779" y="8200"/>
                </a:lnTo>
                <a:lnTo>
                  <a:pt x="682" y="7811"/>
                </a:lnTo>
                <a:lnTo>
                  <a:pt x="609" y="7446"/>
                </a:lnTo>
                <a:lnTo>
                  <a:pt x="560" y="7081"/>
                </a:lnTo>
                <a:lnTo>
                  <a:pt x="560" y="6716"/>
                </a:lnTo>
                <a:lnTo>
                  <a:pt x="560" y="6351"/>
                </a:lnTo>
                <a:lnTo>
                  <a:pt x="584" y="5986"/>
                </a:lnTo>
                <a:lnTo>
                  <a:pt x="633" y="5645"/>
                </a:lnTo>
                <a:lnTo>
                  <a:pt x="706" y="5305"/>
                </a:lnTo>
                <a:lnTo>
                  <a:pt x="803" y="4964"/>
                </a:lnTo>
                <a:lnTo>
                  <a:pt x="925" y="4648"/>
                </a:lnTo>
                <a:lnTo>
                  <a:pt x="1047" y="4307"/>
                </a:lnTo>
                <a:lnTo>
                  <a:pt x="1217" y="3991"/>
                </a:lnTo>
                <a:lnTo>
                  <a:pt x="1387" y="3674"/>
                </a:lnTo>
                <a:lnTo>
                  <a:pt x="1606" y="3382"/>
                </a:lnTo>
                <a:lnTo>
                  <a:pt x="1825" y="3090"/>
                </a:lnTo>
                <a:lnTo>
                  <a:pt x="2069" y="2798"/>
                </a:lnTo>
                <a:lnTo>
                  <a:pt x="2361" y="2506"/>
                </a:lnTo>
                <a:lnTo>
                  <a:pt x="2726" y="2190"/>
                </a:lnTo>
                <a:lnTo>
                  <a:pt x="3163" y="1849"/>
                </a:lnTo>
                <a:lnTo>
                  <a:pt x="3674" y="1509"/>
                </a:lnTo>
                <a:lnTo>
                  <a:pt x="4210" y="1217"/>
                </a:lnTo>
                <a:lnTo>
                  <a:pt x="4502" y="1071"/>
                </a:lnTo>
                <a:lnTo>
                  <a:pt x="4794" y="949"/>
                </a:lnTo>
                <a:lnTo>
                  <a:pt x="5110" y="852"/>
                </a:lnTo>
                <a:lnTo>
                  <a:pt x="5402" y="754"/>
                </a:lnTo>
                <a:lnTo>
                  <a:pt x="5718" y="681"/>
                </a:lnTo>
                <a:lnTo>
                  <a:pt x="6035" y="633"/>
                </a:lnTo>
                <a:lnTo>
                  <a:pt x="6400" y="608"/>
                </a:lnTo>
                <a:lnTo>
                  <a:pt x="6789" y="584"/>
                </a:lnTo>
                <a:close/>
                <a:moveTo>
                  <a:pt x="11704" y="10998"/>
                </a:moveTo>
                <a:lnTo>
                  <a:pt x="11923" y="11315"/>
                </a:lnTo>
                <a:lnTo>
                  <a:pt x="11874" y="11339"/>
                </a:lnTo>
                <a:lnTo>
                  <a:pt x="11850" y="11363"/>
                </a:lnTo>
                <a:lnTo>
                  <a:pt x="11607" y="11607"/>
                </a:lnTo>
                <a:lnTo>
                  <a:pt x="11339" y="11826"/>
                </a:lnTo>
                <a:lnTo>
                  <a:pt x="11071" y="11996"/>
                </a:lnTo>
                <a:lnTo>
                  <a:pt x="10950" y="12093"/>
                </a:lnTo>
                <a:lnTo>
                  <a:pt x="10925" y="12166"/>
                </a:lnTo>
                <a:lnTo>
                  <a:pt x="10901" y="12239"/>
                </a:lnTo>
                <a:lnTo>
                  <a:pt x="10901" y="12264"/>
                </a:lnTo>
                <a:lnTo>
                  <a:pt x="10974" y="12288"/>
                </a:lnTo>
                <a:lnTo>
                  <a:pt x="11047" y="12288"/>
                </a:lnTo>
                <a:lnTo>
                  <a:pt x="11217" y="12264"/>
                </a:lnTo>
                <a:lnTo>
                  <a:pt x="11363" y="12191"/>
                </a:lnTo>
                <a:lnTo>
                  <a:pt x="11509" y="12093"/>
                </a:lnTo>
                <a:lnTo>
                  <a:pt x="11826" y="11899"/>
                </a:lnTo>
                <a:lnTo>
                  <a:pt x="11972" y="11777"/>
                </a:lnTo>
                <a:lnTo>
                  <a:pt x="11850" y="11899"/>
                </a:lnTo>
                <a:lnTo>
                  <a:pt x="11728" y="11996"/>
                </a:lnTo>
                <a:lnTo>
                  <a:pt x="11485" y="12191"/>
                </a:lnTo>
                <a:lnTo>
                  <a:pt x="11363" y="12288"/>
                </a:lnTo>
                <a:lnTo>
                  <a:pt x="11339" y="12361"/>
                </a:lnTo>
                <a:lnTo>
                  <a:pt x="11339" y="12434"/>
                </a:lnTo>
                <a:lnTo>
                  <a:pt x="11363" y="12483"/>
                </a:lnTo>
                <a:lnTo>
                  <a:pt x="11412" y="12531"/>
                </a:lnTo>
                <a:lnTo>
                  <a:pt x="11485" y="12556"/>
                </a:lnTo>
                <a:lnTo>
                  <a:pt x="11558" y="12531"/>
                </a:lnTo>
                <a:lnTo>
                  <a:pt x="11728" y="12483"/>
                </a:lnTo>
                <a:lnTo>
                  <a:pt x="11874" y="12385"/>
                </a:lnTo>
                <a:lnTo>
                  <a:pt x="12020" y="12288"/>
                </a:lnTo>
                <a:lnTo>
                  <a:pt x="12239" y="12118"/>
                </a:lnTo>
                <a:lnTo>
                  <a:pt x="12361" y="12020"/>
                </a:lnTo>
                <a:lnTo>
                  <a:pt x="12434" y="11899"/>
                </a:lnTo>
                <a:lnTo>
                  <a:pt x="12507" y="11947"/>
                </a:lnTo>
                <a:lnTo>
                  <a:pt x="12288" y="12142"/>
                </a:lnTo>
                <a:lnTo>
                  <a:pt x="12069" y="12337"/>
                </a:lnTo>
                <a:lnTo>
                  <a:pt x="11826" y="12556"/>
                </a:lnTo>
                <a:lnTo>
                  <a:pt x="11728" y="12677"/>
                </a:lnTo>
                <a:lnTo>
                  <a:pt x="11655" y="12823"/>
                </a:lnTo>
                <a:lnTo>
                  <a:pt x="11631" y="12896"/>
                </a:lnTo>
                <a:lnTo>
                  <a:pt x="11680" y="12969"/>
                </a:lnTo>
                <a:lnTo>
                  <a:pt x="11753" y="12994"/>
                </a:lnTo>
                <a:lnTo>
                  <a:pt x="11826" y="12994"/>
                </a:lnTo>
                <a:lnTo>
                  <a:pt x="11972" y="12945"/>
                </a:lnTo>
                <a:lnTo>
                  <a:pt x="12118" y="12848"/>
                </a:lnTo>
                <a:lnTo>
                  <a:pt x="12385" y="12629"/>
                </a:lnTo>
                <a:lnTo>
                  <a:pt x="12604" y="12458"/>
                </a:lnTo>
                <a:lnTo>
                  <a:pt x="12823" y="12264"/>
                </a:lnTo>
                <a:lnTo>
                  <a:pt x="12872" y="12312"/>
                </a:lnTo>
                <a:lnTo>
                  <a:pt x="12604" y="12702"/>
                </a:lnTo>
                <a:lnTo>
                  <a:pt x="12483" y="12848"/>
                </a:lnTo>
                <a:lnTo>
                  <a:pt x="12361" y="12969"/>
                </a:lnTo>
                <a:lnTo>
                  <a:pt x="12215" y="13067"/>
                </a:lnTo>
                <a:lnTo>
                  <a:pt x="12093" y="13213"/>
                </a:lnTo>
                <a:lnTo>
                  <a:pt x="12093" y="13261"/>
                </a:lnTo>
                <a:lnTo>
                  <a:pt x="12093" y="13310"/>
                </a:lnTo>
                <a:lnTo>
                  <a:pt x="12118" y="13334"/>
                </a:lnTo>
                <a:lnTo>
                  <a:pt x="12166" y="13359"/>
                </a:lnTo>
                <a:lnTo>
                  <a:pt x="12312" y="13359"/>
                </a:lnTo>
                <a:lnTo>
                  <a:pt x="12458" y="13334"/>
                </a:lnTo>
                <a:lnTo>
                  <a:pt x="12604" y="13261"/>
                </a:lnTo>
                <a:lnTo>
                  <a:pt x="12750" y="13140"/>
                </a:lnTo>
                <a:lnTo>
                  <a:pt x="12896" y="13042"/>
                </a:lnTo>
                <a:lnTo>
                  <a:pt x="12994" y="12896"/>
                </a:lnTo>
                <a:lnTo>
                  <a:pt x="13115" y="12750"/>
                </a:lnTo>
                <a:lnTo>
                  <a:pt x="13188" y="12604"/>
                </a:lnTo>
                <a:lnTo>
                  <a:pt x="13505" y="12872"/>
                </a:lnTo>
                <a:lnTo>
                  <a:pt x="13407" y="12945"/>
                </a:lnTo>
                <a:lnTo>
                  <a:pt x="13310" y="13018"/>
                </a:lnTo>
                <a:lnTo>
                  <a:pt x="13115" y="13213"/>
                </a:lnTo>
                <a:lnTo>
                  <a:pt x="12896" y="13359"/>
                </a:lnTo>
                <a:lnTo>
                  <a:pt x="12677" y="13529"/>
                </a:lnTo>
                <a:lnTo>
                  <a:pt x="12653" y="13553"/>
                </a:lnTo>
                <a:lnTo>
                  <a:pt x="12629" y="13602"/>
                </a:lnTo>
                <a:lnTo>
                  <a:pt x="12653" y="13651"/>
                </a:lnTo>
                <a:lnTo>
                  <a:pt x="12677" y="13699"/>
                </a:lnTo>
                <a:lnTo>
                  <a:pt x="12750" y="13724"/>
                </a:lnTo>
                <a:lnTo>
                  <a:pt x="12848" y="13748"/>
                </a:lnTo>
                <a:lnTo>
                  <a:pt x="12921" y="13748"/>
                </a:lnTo>
                <a:lnTo>
                  <a:pt x="12994" y="13724"/>
                </a:lnTo>
                <a:lnTo>
                  <a:pt x="13140" y="13651"/>
                </a:lnTo>
                <a:lnTo>
                  <a:pt x="13286" y="13578"/>
                </a:lnTo>
                <a:lnTo>
                  <a:pt x="13407" y="13480"/>
                </a:lnTo>
                <a:lnTo>
                  <a:pt x="13553" y="13383"/>
                </a:lnTo>
                <a:lnTo>
                  <a:pt x="13675" y="13237"/>
                </a:lnTo>
                <a:lnTo>
                  <a:pt x="13724" y="13164"/>
                </a:lnTo>
                <a:lnTo>
                  <a:pt x="13748" y="13091"/>
                </a:lnTo>
                <a:lnTo>
                  <a:pt x="13943" y="13286"/>
                </a:lnTo>
                <a:lnTo>
                  <a:pt x="13918" y="13286"/>
                </a:lnTo>
                <a:lnTo>
                  <a:pt x="13772" y="13383"/>
                </a:lnTo>
                <a:lnTo>
                  <a:pt x="13675" y="13505"/>
                </a:lnTo>
                <a:lnTo>
                  <a:pt x="13456" y="13748"/>
                </a:lnTo>
                <a:lnTo>
                  <a:pt x="13237" y="13967"/>
                </a:lnTo>
                <a:lnTo>
                  <a:pt x="13140" y="14064"/>
                </a:lnTo>
                <a:lnTo>
                  <a:pt x="13067" y="14210"/>
                </a:lnTo>
                <a:lnTo>
                  <a:pt x="13042" y="14235"/>
                </a:lnTo>
                <a:lnTo>
                  <a:pt x="13067" y="14259"/>
                </a:lnTo>
                <a:lnTo>
                  <a:pt x="13067" y="14308"/>
                </a:lnTo>
                <a:lnTo>
                  <a:pt x="13115" y="14308"/>
                </a:lnTo>
                <a:lnTo>
                  <a:pt x="13261" y="14259"/>
                </a:lnTo>
                <a:lnTo>
                  <a:pt x="13407" y="14210"/>
                </a:lnTo>
                <a:lnTo>
                  <a:pt x="13651" y="14040"/>
                </a:lnTo>
                <a:lnTo>
                  <a:pt x="13797" y="13918"/>
                </a:lnTo>
                <a:lnTo>
                  <a:pt x="13943" y="13797"/>
                </a:lnTo>
                <a:lnTo>
                  <a:pt x="14064" y="13626"/>
                </a:lnTo>
                <a:lnTo>
                  <a:pt x="14137" y="13480"/>
                </a:lnTo>
                <a:lnTo>
                  <a:pt x="14332" y="13675"/>
                </a:lnTo>
                <a:lnTo>
                  <a:pt x="14186" y="13918"/>
                </a:lnTo>
                <a:lnTo>
                  <a:pt x="14089" y="14040"/>
                </a:lnTo>
                <a:lnTo>
                  <a:pt x="13991" y="14137"/>
                </a:lnTo>
                <a:lnTo>
                  <a:pt x="13870" y="14235"/>
                </a:lnTo>
                <a:lnTo>
                  <a:pt x="13748" y="14308"/>
                </a:lnTo>
                <a:lnTo>
                  <a:pt x="13626" y="14381"/>
                </a:lnTo>
                <a:lnTo>
                  <a:pt x="13505" y="14454"/>
                </a:lnTo>
                <a:lnTo>
                  <a:pt x="13505" y="14502"/>
                </a:lnTo>
                <a:lnTo>
                  <a:pt x="13480" y="14527"/>
                </a:lnTo>
                <a:lnTo>
                  <a:pt x="13505" y="14600"/>
                </a:lnTo>
                <a:lnTo>
                  <a:pt x="13602" y="14648"/>
                </a:lnTo>
                <a:lnTo>
                  <a:pt x="13675" y="14673"/>
                </a:lnTo>
                <a:lnTo>
                  <a:pt x="13772" y="14673"/>
                </a:lnTo>
                <a:lnTo>
                  <a:pt x="13894" y="14648"/>
                </a:lnTo>
                <a:lnTo>
                  <a:pt x="14089" y="14551"/>
                </a:lnTo>
                <a:lnTo>
                  <a:pt x="14235" y="14454"/>
                </a:lnTo>
                <a:lnTo>
                  <a:pt x="14356" y="14356"/>
                </a:lnTo>
                <a:lnTo>
                  <a:pt x="14454" y="14235"/>
                </a:lnTo>
                <a:lnTo>
                  <a:pt x="14575" y="14113"/>
                </a:lnTo>
                <a:lnTo>
                  <a:pt x="14648" y="13967"/>
                </a:lnTo>
                <a:lnTo>
                  <a:pt x="14867" y="14210"/>
                </a:lnTo>
                <a:lnTo>
                  <a:pt x="14843" y="14210"/>
                </a:lnTo>
                <a:lnTo>
                  <a:pt x="14721" y="14259"/>
                </a:lnTo>
                <a:lnTo>
                  <a:pt x="14624" y="14332"/>
                </a:lnTo>
                <a:lnTo>
                  <a:pt x="14454" y="14527"/>
                </a:lnTo>
                <a:lnTo>
                  <a:pt x="14235" y="14746"/>
                </a:lnTo>
                <a:lnTo>
                  <a:pt x="14113" y="14867"/>
                </a:lnTo>
                <a:lnTo>
                  <a:pt x="13991" y="14940"/>
                </a:lnTo>
                <a:lnTo>
                  <a:pt x="13967" y="14989"/>
                </a:lnTo>
                <a:lnTo>
                  <a:pt x="13967" y="15038"/>
                </a:lnTo>
                <a:lnTo>
                  <a:pt x="14016" y="15086"/>
                </a:lnTo>
                <a:lnTo>
                  <a:pt x="14064" y="15086"/>
                </a:lnTo>
                <a:lnTo>
                  <a:pt x="14356" y="15013"/>
                </a:lnTo>
                <a:lnTo>
                  <a:pt x="14478" y="14940"/>
                </a:lnTo>
                <a:lnTo>
                  <a:pt x="14624" y="14867"/>
                </a:lnTo>
                <a:lnTo>
                  <a:pt x="14867" y="14648"/>
                </a:lnTo>
                <a:lnTo>
                  <a:pt x="14965" y="14527"/>
                </a:lnTo>
                <a:lnTo>
                  <a:pt x="15038" y="14405"/>
                </a:lnTo>
                <a:lnTo>
                  <a:pt x="15038" y="14381"/>
                </a:lnTo>
                <a:lnTo>
                  <a:pt x="15330" y="14673"/>
                </a:lnTo>
                <a:lnTo>
                  <a:pt x="15111" y="14867"/>
                </a:lnTo>
                <a:lnTo>
                  <a:pt x="14892" y="15062"/>
                </a:lnTo>
                <a:lnTo>
                  <a:pt x="14648" y="15232"/>
                </a:lnTo>
                <a:lnTo>
                  <a:pt x="14527" y="15330"/>
                </a:lnTo>
                <a:lnTo>
                  <a:pt x="14429" y="15427"/>
                </a:lnTo>
                <a:lnTo>
                  <a:pt x="14405" y="15451"/>
                </a:lnTo>
                <a:lnTo>
                  <a:pt x="14405" y="15500"/>
                </a:lnTo>
                <a:lnTo>
                  <a:pt x="14429" y="15524"/>
                </a:lnTo>
                <a:lnTo>
                  <a:pt x="14454" y="15549"/>
                </a:lnTo>
                <a:lnTo>
                  <a:pt x="14624" y="15573"/>
                </a:lnTo>
                <a:lnTo>
                  <a:pt x="14770" y="15549"/>
                </a:lnTo>
                <a:lnTo>
                  <a:pt x="14940" y="15476"/>
                </a:lnTo>
                <a:lnTo>
                  <a:pt x="15086" y="15378"/>
                </a:lnTo>
                <a:lnTo>
                  <a:pt x="15232" y="15281"/>
                </a:lnTo>
                <a:lnTo>
                  <a:pt x="15354" y="15159"/>
                </a:lnTo>
                <a:lnTo>
                  <a:pt x="15573" y="14916"/>
                </a:lnTo>
                <a:lnTo>
                  <a:pt x="15743" y="15111"/>
                </a:lnTo>
                <a:lnTo>
                  <a:pt x="15476" y="15378"/>
                </a:lnTo>
                <a:lnTo>
                  <a:pt x="15330" y="15476"/>
                </a:lnTo>
                <a:lnTo>
                  <a:pt x="15184" y="15573"/>
                </a:lnTo>
                <a:lnTo>
                  <a:pt x="15038" y="15670"/>
                </a:lnTo>
                <a:lnTo>
                  <a:pt x="14892" y="15792"/>
                </a:lnTo>
                <a:lnTo>
                  <a:pt x="14843" y="15840"/>
                </a:lnTo>
                <a:lnTo>
                  <a:pt x="14867" y="15913"/>
                </a:lnTo>
                <a:lnTo>
                  <a:pt x="14892" y="15986"/>
                </a:lnTo>
                <a:lnTo>
                  <a:pt x="14940" y="16011"/>
                </a:lnTo>
                <a:lnTo>
                  <a:pt x="15038" y="16035"/>
                </a:lnTo>
                <a:lnTo>
                  <a:pt x="15159" y="16011"/>
                </a:lnTo>
                <a:lnTo>
                  <a:pt x="15354" y="15962"/>
                </a:lnTo>
                <a:lnTo>
                  <a:pt x="15524" y="15865"/>
                </a:lnTo>
                <a:lnTo>
                  <a:pt x="15695" y="15767"/>
                </a:lnTo>
                <a:lnTo>
                  <a:pt x="15889" y="15597"/>
                </a:lnTo>
                <a:lnTo>
                  <a:pt x="16060" y="15427"/>
                </a:lnTo>
                <a:lnTo>
                  <a:pt x="16352" y="15694"/>
                </a:lnTo>
                <a:lnTo>
                  <a:pt x="16181" y="15865"/>
                </a:lnTo>
                <a:lnTo>
                  <a:pt x="16011" y="16011"/>
                </a:lnTo>
                <a:lnTo>
                  <a:pt x="15743" y="16157"/>
                </a:lnTo>
                <a:lnTo>
                  <a:pt x="15500" y="16303"/>
                </a:lnTo>
                <a:lnTo>
                  <a:pt x="15451" y="16327"/>
                </a:lnTo>
                <a:lnTo>
                  <a:pt x="15451" y="16376"/>
                </a:lnTo>
                <a:lnTo>
                  <a:pt x="15476" y="16400"/>
                </a:lnTo>
                <a:lnTo>
                  <a:pt x="15524" y="16424"/>
                </a:lnTo>
                <a:lnTo>
                  <a:pt x="15719" y="16424"/>
                </a:lnTo>
                <a:lnTo>
                  <a:pt x="15889" y="16449"/>
                </a:lnTo>
                <a:lnTo>
                  <a:pt x="16084" y="16400"/>
                </a:lnTo>
                <a:lnTo>
                  <a:pt x="16254" y="16351"/>
                </a:lnTo>
                <a:lnTo>
                  <a:pt x="16400" y="16254"/>
                </a:lnTo>
                <a:lnTo>
                  <a:pt x="16522" y="16157"/>
                </a:lnTo>
                <a:lnTo>
                  <a:pt x="16498" y="16254"/>
                </a:lnTo>
                <a:lnTo>
                  <a:pt x="16400" y="16376"/>
                </a:lnTo>
                <a:lnTo>
                  <a:pt x="16279" y="16473"/>
                </a:lnTo>
                <a:lnTo>
                  <a:pt x="16133" y="16546"/>
                </a:lnTo>
                <a:lnTo>
                  <a:pt x="15987" y="16619"/>
                </a:lnTo>
                <a:lnTo>
                  <a:pt x="15768" y="16668"/>
                </a:lnTo>
                <a:lnTo>
                  <a:pt x="15451" y="16765"/>
                </a:lnTo>
                <a:lnTo>
                  <a:pt x="15427" y="16692"/>
                </a:lnTo>
                <a:lnTo>
                  <a:pt x="15354" y="16643"/>
                </a:lnTo>
                <a:lnTo>
                  <a:pt x="15208" y="16546"/>
                </a:lnTo>
                <a:lnTo>
                  <a:pt x="15062" y="16400"/>
                </a:lnTo>
                <a:lnTo>
                  <a:pt x="14770" y="16132"/>
                </a:lnTo>
                <a:lnTo>
                  <a:pt x="14016" y="15524"/>
                </a:lnTo>
                <a:lnTo>
                  <a:pt x="13626" y="15159"/>
                </a:lnTo>
                <a:lnTo>
                  <a:pt x="13261" y="14770"/>
                </a:lnTo>
                <a:lnTo>
                  <a:pt x="12556" y="14016"/>
                </a:lnTo>
                <a:lnTo>
                  <a:pt x="12312" y="13772"/>
                </a:lnTo>
                <a:lnTo>
                  <a:pt x="12045" y="13553"/>
                </a:lnTo>
                <a:lnTo>
                  <a:pt x="11485" y="13140"/>
                </a:lnTo>
                <a:lnTo>
                  <a:pt x="11217" y="12921"/>
                </a:lnTo>
                <a:lnTo>
                  <a:pt x="10950" y="12677"/>
                </a:lnTo>
                <a:lnTo>
                  <a:pt x="10707" y="12434"/>
                </a:lnTo>
                <a:lnTo>
                  <a:pt x="10512" y="12166"/>
                </a:lnTo>
                <a:lnTo>
                  <a:pt x="10828" y="11899"/>
                </a:lnTo>
                <a:lnTo>
                  <a:pt x="11144" y="11607"/>
                </a:lnTo>
                <a:lnTo>
                  <a:pt x="11436" y="11315"/>
                </a:lnTo>
                <a:lnTo>
                  <a:pt x="11704" y="10998"/>
                </a:lnTo>
                <a:close/>
                <a:moveTo>
                  <a:pt x="6400" y="0"/>
                </a:moveTo>
                <a:lnTo>
                  <a:pt x="5791" y="73"/>
                </a:lnTo>
                <a:lnTo>
                  <a:pt x="5183" y="170"/>
                </a:lnTo>
                <a:lnTo>
                  <a:pt x="4891" y="243"/>
                </a:lnTo>
                <a:lnTo>
                  <a:pt x="4599" y="341"/>
                </a:lnTo>
                <a:lnTo>
                  <a:pt x="4258" y="462"/>
                </a:lnTo>
                <a:lnTo>
                  <a:pt x="3918" y="633"/>
                </a:lnTo>
                <a:lnTo>
                  <a:pt x="3601" y="827"/>
                </a:lnTo>
                <a:lnTo>
                  <a:pt x="3285" y="1022"/>
                </a:lnTo>
                <a:lnTo>
                  <a:pt x="2969" y="1241"/>
                </a:lnTo>
                <a:lnTo>
                  <a:pt x="2677" y="1484"/>
                </a:lnTo>
                <a:lnTo>
                  <a:pt x="2117" y="1971"/>
                </a:lnTo>
                <a:lnTo>
                  <a:pt x="1850" y="2239"/>
                </a:lnTo>
                <a:lnTo>
                  <a:pt x="1606" y="2506"/>
                </a:lnTo>
                <a:lnTo>
                  <a:pt x="1363" y="2798"/>
                </a:lnTo>
                <a:lnTo>
                  <a:pt x="1168" y="3066"/>
                </a:lnTo>
                <a:lnTo>
                  <a:pt x="949" y="3382"/>
                </a:lnTo>
                <a:lnTo>
                  <a:pt x="779" y="3699"/>
                </a:lnTo>
                <a:lnTo>
                  <a:pt x="609" y="4015"/>
                </a:lnTo>
                <a:lnTo>
                  <a:pt x="463" y="4331"/>
                </a:lnTo>
                <a:lnTo>
                  <a:pt x="341" y="4672"/>
                </a:lnTo>
                <a:lnTo>
                  <a:pt x="244" y="5013"/>
                </a:lnTo>
                <a:lnTo>
                  <a:pt x="146" y="5353"/>
                </a:lnTo>
                <a:lnTo>
                  <a:pt x="73" y="5718"/>
                </a:lnTo>
                <a:lnTo>
                  <a:pt x="25" y="6083"/>
                </a:lnTo>
                <a:lnTo>
                  <a:pt x="0" y="6448"/>
                </a:lnTo>
                <a:lnTo>
                  <a:pt x="0" y="6813"/>
                </a:lnTo>
                <a:lnTo>
                  <a:pt x="0" y="7203"/>
                </a:lnTo>
                <a:lnTo>
                  <a:pt x="25" y="7592"/>
                </a:lnTo>
                <a:lnTo>
                  <a:pt x="98" y="7957"/>
                </a:lnTo>
                <a:lnTo>
                  <a:pt x="171" y="8346"/>
                </a:lnTo>
                <a:lnTo>
                  <a:pt x="268" y="8711"/>
                </a:lnTo>
                <a:lnTo>
                  <a:pt x="390" y="9076"/>
                </a:lnTo>
                <a:lnTo>
                  <a:pt x="560" y="9441"/>
                </a:lnTo>
                <a:lnTo>
                  <a:pt x="730" y="9782"/>
                </a:lnTo>
                <a:lnTo>
                  <a:pt x="925" y="10122"/>
                </a:lnTo>
                <a:lnTo>
                  <a:pt x="1168" y="10463"/>
                </a:lnTo>
                <a:lnTo>
                  <a:pt x="1436" y="10804"/>
                </a:lnTo>
                <a:lnTo>
                  <a:pt x="1704" y="11096"/>
                </a:lnTo>
                <a:lnTo>
                  <a:pt x="1996" y="11363"/>
                </a:lnTo>
                <a:lnTo>
                  <a:pt x="2312" y="11631"/>
                </a:lnTo>
                <a:lnTo>
                  <a:pt x="2628" y="11874"/>
                </a:lnTo>
                <a:lnTo>
                  <a:pt x="2969" y="12093"/>
                </a:lnTo>
                <a:lnTo>
                  <a:pt x="3334" y="12312"/>
                </a:lnTo>
                <a:lnTo>
                  <a:pt x="3747" y="12531"/>
                </a:lnTo>
                <a:lnTo>
                  <a:pt x="4161" y="12726"/>
                </a:lnTo>
                <a:lnTo>
                  <a:pt x="4599" y="12896"/>
                </a:lnTo>
                <a:lnTo>
                  <a:pt x="5037" y="13042"/>
                </a:lnTo>
                <a:lnTo>
                  <a:pt x="5499" y="13164"/>
                </a:lnTo>
                <a:lnTo>
                  <a:pt x="5937" y="13261"/>
                </a:lnTo>
                <a:lnTo>
                  <a:pt x="6400" y="13334"/>
                </a:lnTo>
                <a:lnTo>
                  <a:pt x="6862" y="13383"/>
                </a:lnTo>
                <a:lnTo>
                  <a:pt x="7324" y="13383"/>
                </a:lnTo>
                <a:lnTo>
                  <a:pt x="7787" y="13334"/>
                </a:lnTo>
                <a:lnTo>
                  <a:pt x="8225" y="13261"/>
                </a:lnTo>
                <a:lnTo>
                  <a:pt x="8638" y="13140"/>
                </a:lnTo>
                <a:lnTo>
                  <a:pt x="9076" y="12994"/>
                </a:lnTo>
                <a:lnTo>
                  <a:pt x="9466" y="12799"/>
                </a:lnTo>
                <a:lnTo>
                  <a:pt x="9879" y="12580"/>
                </a:lnTo>
                <a:lnTo>
                  <a:pt x="10269" y="12337"/>
                </a:lnTo>
                <a:lnTo>
                  <a:pt x="10293" y="12458"/>
                </a:lnTo>
                <a:lnTo>
                  <a:pt x="10317" y="12580"/>
                </a:lnTo>
                <a:lnTo>
                  <a:pt x="10390" y="12677"/>
                </a:lnTo>
                <a:lnTo>
                  <a:pt x="10463" y="12775"/>
                </a:lnTo>
                <a:lnTo>
                  <a:pt x="10658" y="12969"/>
                </a:lnTo>
                <a:lnTo>
                  <a:pt x="10828" y="13140"/>
                </a:lnTo>
                <a:lnTo>
                  <a:pt x="11120" y="13383"/>
                </a:lnTo>
                <a:lnTo>
                  <a:pt x="11412" y="13602"/>
                </a:lnTo>
                <a:lnTo>
                  <a:pt x="11704" y="13845"/>
                </a:lnTo>
                <a:lnTo>
                  <a:pt x="11972" y="14089"/>
                </a:lnTo>
                <a:lnTo>
                  <a:pt x="12385" y="14502"/>
                </a:lnTo>
                <a:lnTo>
                  <a:pt x="12775" y="14916"/>
                </a:lnTo>
                <a:lnTo>
                  <a:pt x="13164" y="15330"/>
                </a:lnTo>
                <a:lnTo>
                  <a:pt x="13553" y="15743"/>
                </a:lnTo>
                <a:lnTo>
                  <a:pt x="13772" y="15938"/>
                </a:lnTo>
                <a:lnTo>
                  <a:pt x="13991" y="16132"/>
                </a:lnTo>
                <a:lnTo>
                  <a:pt x="14429" y="16473"/>
                </a:lnTo>
                <a:lnTo>
                  <a:pt x="14770" y="16789"/>
                </a:lnTo>
                <a:lnTo>
                  <a:pt x="14916" y="16935"/>
                </a:lnTo>
                <a:lnTo>
                  <a:pt x="15111" y="17081"/>
                </a:lnTo>
                <a:lnTo>
                  <a:pt x="15184" y="17106"/>
                </a:lnTo>
                <a:lnTo>
                  <a:pt x="15232" y="17154"/>
                </a:lnTo>
                <a:lnTo>
                  <a:pt x="15305" y="17179"/>
                </a:lnTo>
                <a:lnTo>
                  <a:pt x="15451" y="17227"/>
                </a:lnTo>
                <a:lnTo>
                  <a:pt x="15646" y="17203"/>
                </a:lnTo>
                <a:lnTo>
                  <a:pt x="15841" y="17179"/>
                </a:lnTo>
                <a:lnTo>
                  <a:pt x="16035" y="17106"/>
                </a:lnTo>
                <a:lnTo>
                  <a:pt x="16230" y="17033"/>
                </a:lnTo>
                <a:lnTo>
                  <a:pt x="16498" y="16911"/>
                </a:lnTo>
                <a:lnTo>
                  <a:pt x="16644" y="16814"/>
                </a:lnTo>
                <a:lnTo>
                  <a:pt x="16790" y="16668"/>
                </a:lnTo>
                <a:lnTo>
                  <a:pt x="16911" y="16497"/>
                </a:lnTo>
                <a:lnTo>
                  <a:pt x="17009" y="16327"/>
                </a:lnTo>
                <a:lnTo>
                  <a:pt x="17057" y="16132"/>
                </a:lnTo>
                <a:lnTo>
                  <a:pt x="17082" y="15938"/>
                </a:lnTo>
                <a:lnTo>
                  <a:pt x="17057" y="15840"/>
                </a:lnTo>
                <a:lnTo>
                  <a:pt x="17033" y="15767"/>
                </a:lnTo>
                <a:lnTo>
                  <a:pt x="17009" y="15670"/>
                </a:lnTo>
                <a:lnTo>
                  <a:pt x="16936" y="15597"/>
                </a:lnTo>
                <a:lnTo>
                  <a:pt x="16887" y="15549"/>
                </a:lnTo>
                <a:lnTo>
                  <a:pt x="15500" y="14137"/>
                </a:lnTo>
                <a:lnTo>
                  <a:pt x="14819" y="13432"/>
                </a:lnTo>
                <a:lnTo>
                  <a:pt x="14089" y="12750"/>
                </a:lnTo>
                <a:lnTo>
                  <a:pt x="13772" y="12458"/>
                </a:lnTo>
                <a:lnTo>
                  <a:pt x="13432" y="12166"/>
                </a:lnTo>
                <a:lnTo>
                  <a:pt x="13091" y="11899"/>
                </a:lnTo>
                <a:lnTo>
                  <a:pt x="12775" y="11582"/>
                </a:lnTo>
                <a:lnTo>
                  <a:pt x="12580" y="11363"/>
                </a:lnTo>
                <a:lnTo>
                  <a:pt x="12385" y="11120"/>
                </a:lnTo>
                <a:lnTo>
                  <a:pt x="12166" y="10901"/>
                </a:lnTo>
                <a:lnTo>
                  <a:pt x="12045" y="10804"/>
                </a:lnTo>
                <a:lnTo>
                  <a:pt x="11923" y="10706"/>
                </a:lnTo>
                <a:lnTo>
                  <a:pt x="12191" y="10317"/>
                </a:lnTo>
                <a:lnTo>
                  <a:pt x="12434" y="9928"/>
                </a:lnTo>
                <a:lnTo>
                  <a:pt x="12629" y="9490"/>
                </a:lnTo>
                <a:lnTo>
                  <a:pt x="12823" y="9076"/>
                </a:lnTo>
                <a:lnTo>
                  <a:pt x="12969" y="8614"/>
                </a:lnTo>
                <a:lnTo>
                  <a:pt x="13091" y="8176"/>
                </a:lnTo>
                <a:lnTo>
                  <a:pt x="13188" y="7713"/>
                </a:lnTo>
                <a:lnTo>
                  <a:pt x="13261" y="7251"/>
                </a:lnTo>
                <a:lnTo>
                  <a:pt x="13310" y="6765"/>
                </a:lnTo>
                <a:lnTo>
                  <a:pt x="13310" y="6302"/>
                </a:lnTo>
                <a:lnTo>
                  <a:pt x="13286" y="5840"/>
                </a:lnTo>
                <a:lnTo>
                  <a:pt x="13237" y="5378"/>
                </a:lnTo>
                <a:lnTo>
                  <a:pt x="13164" y="4891"/>
                </a:lnTo>
                <a:lnTo>
                  <a:pt x="13042" y="4453"/>
                </a:lnTo>
                <a:lnTo>
                  <a:pt x="12896" y="3991"/>
                </a:lnTo>
                <a:lnTo>
                  <a:pt x="12702" y="3553"/>
                </a:lnTo>
                <a:lnTo>
                  <a:pt x="12580" y="3285"/>
                </a:lnTo>
                <a:lnTo>
                  <a:pt x="12434" y="3042"/>
                </a:lnTo>
                <a:lnTo>
                  <a:pt x="12288" y="2798"/>
                </a:lnTo>
                <a:lnTo>
                  <a:pt x="12118" y="2579"/>
                </a:lnTo>
                <a:lnTo>
                  <a:pt x="11753" y="2141"/>
                </a:lnTo>
                <a:lnTo>
                  <a:pt x="11339" y="1728"/>
                </a:lnTo>
                <a:lnTo>
                  <a:pt x="10901" y="1363"/>
                </a:lnTo>
                <a:lnTo>
                  <a:pt x="10415" y="1046"/>
                </a:lnTo>
                <a:lnTo>
                  <a:pt x="9904" y="754"/>
                </a:lnTo>
                <a:lnTo>
                  <a:pt x="9368" y="511"/>
                </a:lnTo>
                <a:lnTo>
                  <a:pt x="8784" y="316"/>
                </a:lnTo>
                <a:lnTo>
                  <a:pt x="8225" y="170"/>
                </a:lnTo>
                <a:lnTo>
                  <a:pt x="7616" y="73"/>
                </a:lnTo>
                <a:lnTo>
                  <a:pt x="700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2477044" y="2931601"/>
            <a:ext cx="414283" cy="388210"/>
          </a:xfrm>
          <a:custGeom>
            <a:avLst/>
            <a:gdLst/>
            <a:ahLst/>
            <a:cxnLst/>
            <a:rect l="l" t="t" r="r" b="b"/>
            <a:pathLst>
              <a:path w="18956" h="17763" extrusionOk="0">
                <a:moveTo>
                  <a:pt x="17592" y="6229"/>
                </a:moveTo>
                <a:lnTo>
                  <a:pt x="17836" y="6375"/>
                </a:lnTo>
                <a:lnTo>
                  <a:pt x="17957" y="6473"/>
                </a:lnTo>
                <a:lnTo>
                  <a:pt x="18079" y="6570"/>
                </a:lnTo>
                <a:lnTo>
                  <a:pt x="17933" y="6619"/>
                </a:lnTo>
                <a:lnTo>
                  <a:pt x="17811" y="6667"/>
                </a:lnTo>
                <a:lnTo>
                  <a:pt x="17617" y="6789"/>
                </a:lnTo>
                <a:lnTo>
                  <a:pt x="17592" y="6229"/>
                </a:lnTo>
                <a:close/>
                <a:moveTo>
                  <a:pt x="18225" y="6765"/>
                </a:moveTo>
                <a:lnTo>
                  <a:pt x="18298" y="6911"/>
                </a:lnTo>
                <a:lnTo>
                  <a:pt x="18128" y="6935"/>
                </a:lnTo>
                <a:lnTo>
                  <a:pt x="17957" y="7008"/>
                </a:lnTo>
                <a:lnTo>
                  <a:pt x="17787" y="7081"/>
                </a:lnTo>
                <a:lnTo>
                  <a:pt x="17617" y="7203"/>
                </a:lnTo>
                <a:lnTo>
                  <a:pt x="17617" y="6984"/>
                </a:lnTo>
                <a:lnTo>
                  <a:pt x="17909" y="6862"/>
                </a:lnTo>
                <a:lnTo>
                  <a:pt x="18079" y="6813"/>
                </a:lnTo>
                <a:lnTo>
                  <a:pt x="18225" y="6765"/>
                </a:lnTo>
                <a:close/>
                <a:moveTo>
                  <a:pt x="18371" y="7203"/>
                </a:moveTo>
                <a:lnTo>
                  <a:pt x="18395" y="7397"/>
                </a:lnTo>
                <a:lnTo>
                  <a:pt x="18225" y="7470"/>
                </a:lnTo>
                <a:lnTo>
                  <a:pt x="18079" y="7543"/>
                </a:lnTo>
                <a:lnTo>
                  <a:pt x="17860" y="7689"/>
                </a:lnTo>
                <a:lnTo>
                  <a:pt x="17641" y="7835"/>
                </a:lnTo>
                <a:lnTo>
                  <a:pt x="17641" y="7738"/>
                </a:lnTo>
                <a:lnTo>
                  <a:pt x="17617" y="7470"/>
                </a:lnTo>
                <a:lnTo>
                  <a:pt x="17787" y="7397"/>
                </a:lnTo>
                <a:lnTo>
                  <a:pt x="18347" y="7227"/>
                </a:lnTo>
                <a:lnTo>
                  <a:pt x="18371" y="7203"/>
                </a:lnTo>
                <a:close/>
                <a:moveTo>
                  <a:pt x="18420" y="7689"/>
                </a:moveTo>
                <a:lnTo>
                  <a:pt x="18420" y="7835"/>
                </a:lnTo>
                <a:lnTo>
                  <a:pt x="18420" y="7908"/>
                </a:lnTo>
                <a:lnTo>
                  <a:pt x="18225" y="7981"/>
                </a:lnTo>
                <a:lnTo>
                  <a:pt x="18006" y="8103"/>
                </a:lnTo>
                <a:lnTo>
                  <a:pt x="17811" y="8249"/>
                </a:lnTo>
                <a:lnTo>
                  <a:pt x="17641" y="8395"/>
                </a:lnTo>
                <a:lnTo>
                  <a:pt x="17641" y="8006"/>
                </a:lnTo>
                <a:lnTo>
                  <a:pt x="17860" y="7933"/>
                </a:lnTo>
                <a:lnTo>
                  <a:pt x="18079" y="7835"/>
                </a:lnTo>
                <a:lnTo>
                  <a:pt x="18420" y="7689"/>
                </a:lnTo>
                <a:close/>
                <a:moveTo>
                  <a:pt x="18420" y="8200"/>
                </a:moveTo>
                <a:lnTo>
                  <a:pt x="18395" y="8468"/>
                </a:lnTo>
                <a:lnTo>
                  <a:pt x="18322" y="8492"/>
                </a:lnTo>
                <a:lnTo>
                  <a:pt x="18249" y="8517"/>
                </a:lnTo>
                <a:lnTo>
                  <a:pt x="18103" y="8614"/>
                </a:lnTo>
                <a:lnTo>
                  <a:pt x="17884" y="8736"/>
                </a:lnTo>
                <a:lnTo>
                  <a:pt x="17665" y="8833"/>
                </a:lnTo>
                <a:lnTo>
                  <a:pt x="17665" y="8565"/>
                </a:lnTo>
                <a:lnTo>
                  <a:pt x="17860" y="8517"/>
                </a:lnTo>
                <a:lnTo>
                  <a:pt x="18055" y="8419"/>
                </a:lnTo>
                <a:lnTo>
                  <a:pt x="18225" y="8298"/>
                </a:lnTo>
                <a:lnTo>
                  <a:pt x="18420" y="8200"/>
                </a:lnTo>
                <a:close/>
                <a:moveTo>
                  <a:pt x="18298" y="8784"/>
                </a:moveTo>
                <a:lnTo>
                  <a:pt x="18201" y="8979"/>
                </a:lnTo>
                <a:lnTo>
                  <a:pt x="18079" y="9174"/>
                </a:lnTo>
                <a:lnTo>
                  <a:pt x="17884" y="9344"/>
                </a:lnTo>
                <a:lnTo>
                  <a:pt x="17690" y="9514"/>
                </a:lnTo>
                <a:lnTo>
                  <a:pt x="17665" y="8955"/>
                </a:lnTo>
                <a:lnTo>
                  <a:pt x="17860" y="8930"/>
                </a:lnTo>
                <a:lnTo>
                  <a:pt x="18079" y="8857"/>
                </a:lnTo>
                <a:lnTo>
                  <a:pt x="18298" y="8784"/>
                </a:lnTo>
                <a:close/>
                <a:moveTo>
                  <a:pt x="2969" y="5061"/>
                </a:moveTo>
                <a:lnTo>
                  <a:pt x="3674" y="5086"/>
                </a:lnTo>
                <a:lnTo>
                  <a:pt x="4380" y="5086"/>
                </a:lnTo>
                <a:lnTo>
                  <a:pt x="4331" y="5305"/>
                </a:lnTo>
                <a:lnTo>
                  <a:pt x="4307" y="5572"/>
                </a:lnTo>
                <a:lnTo>
                  <a:pt x="4283" y="6083"/>
                </a:lnTo>
                <a:lnTo>
                  <a:pt x="4258" y="7543"/>
                </a:lnTo>
                <a:lnTo>
                  <a:pt x="4258" y="9003"/>
                </a:lnTo>
                <a:lnTo>
                  <a:pt x="4283" y="10488"/>
                </a:lnTo>
                <a:lnTo>
                  <a:pt x="3869" y="10536"/>
                </a:lnTo>
                <a:lnTo>
                  <a:pt x="3869" y="10512"/>
                </a:lnTo>
                <a:lnTo>
                  <a:pt x="3991" y="10317"/>
                </a:lnTo>
                <a:lnTo>
                  <a:pt x="4088" y="10123"/>
                </a:lnTo>
                <a:lnTo>
                  <a:pt x="4161" y="9904"/>
                </a:lnTo>
                <a:lnTo>
                  <a:pt x="4185" y="9782"/>
                </a:lnTo>
                <a:lnTo>
                  <a:pt x="4185" y="9660"/>
                </a:lnTo>
                <a:lnTo>
                  <a:pt x="4161" y="9612"/>
                </a:lnTo>
                <a:lnTo>
                  <a:pt x="4112" y="9587"/>
                </a:lnTo>
                <a:lnTo>
                  <a:pt x="4064" y="9587"/>
                </a:lnTo>
                <a:lnTo>
                  <a:pt x="4015" y="9612"/>
                </a:lnTo>
                <a:lnTo>
                  <a:pt x="3796" y="9977"/>
                </a:lnTo>
                <a:lnTo>
                  <a:pt x="3601" y="10342"/>
                </a:lnTo>
                <a:lnTo>
                  <a:pt x="3431" y="10561"/>
                </a:lnTo>
                <a:lnTo>
                  <a:pt x="3115" y="10585"/>
                </a:lnTo>
                <a:lnTo>
                  <a:pt x="3115" y="10585"/>
                </a:lnTo>
                <a:lnTo>
                  <a:pt x="3188" y="10390"/>
                </a:lnTo>
                <a:lnTo>
                  <a:pt x="3261" y="10220"/>
                </a:lnTo>
                <a:lnTo>
                  <a:pt x="3334" y="10001"/>
                </a:lnTo>
                <a:lnTo>
                  <a:pt x="3431" y="9806"/>
                </a:lnTo>
                <a:lnTo>
                  <a:pt x="3553" y="9612"/>
                </a:lnTo>
                <a:lnTo>
                  <a:pt x="3626" y="9539"/>
                </a:lnTo>
                <a:lnTo>
                  <a:pt x="3723" y="9490"/>
                </a:lnTo>
                <a:lnTo>
                  <a:pt x="3747" y="9466"/>
                </a:lnTo>
                <a:lnTo>
                  <a:pt x="3747" y="9441"/>
                </a:lnTo>
                <a:lnTo>
                  <a:pt x="3723" y="9417"/>
                </a:lnTo>
                <a:lnTo>
                  <a:pt x="3699" y="9417"/>
                </a:lnTo>
                <a:lnTo>
                  <a:pt x="3601" y="9441"/>
                </a:lnTo>
                <a:lnTo>
                  <a:pt x="3504" y="9466"/>
                </a:lnTo>
                <a:lnTo>
                  <a:pt x="3358" y="9587"/>
                </a:lnTo>
                <a:lnTo>
                  <a:pt x="3212" y="9733"/>
                </a:lnTo>
                <a:lnTo>
                  <a:pt x="3115" y="9904"/>
                </a:lnTo>
                <a:lnTo>
                  <a:pt x="2993" y="10098"/>
                </a:lnTo>
                <a:lnTo>
                  <a:pt x="2896" y="10317"/>
                </a:lnTo>
                <a:lnTo>
                  <a:pt x="2847" y="10463"/>
                </a:lnTo>
                <a:lnTo>
                  <a:pt x="2798" y="10585"/>
                </a:lnTo>
                <a:lnTo>
                  <a:pt x="2409" y="10561"/>
                </a:lnTo>
                <a:lnTo>
                  <a:pt x="2506" y="10244"/>
                </a:lnTo>
                <a:lnTo>
                  <a:pt x="2652" y="9928"/>
                </a:lnTo>
                <a:lnTo>
                  <a:pt x="2823" y="9660"/>
                </a:lnTo>
                <a:lnTo>
                  <a:pt x="3017" y="9393"/>
                </a:lnTo>
                <a:lnTo>
                  <a:pt x="3017" y="9368"/>
                </a:lnTo>
                <a:lnTo>
                  <a:pt x="2993" y="9368"/>
                </a:lnTo>
                <a:lnTo>
                  <a:pt x="2847" y="9441"/>
                </a:lnTo>
                <a:lnTo>
                  <a:pt x="2701" y="9563"/>
                </a:lnTo>
                <a:lnTo>
                  <a:pt x="2579" y="9685"/>
                </a:lnTo>
                <a:lnTo>
                  <a:pt x="2458" y="9831"/>
                </a:lnTo>
                <a:lnTo>
                  <a:pt x="2360" y="10001"/>
                </a:lnTo>
                <a:lnTo>
                  <a:pt x="2287" y="10171"/>
                </a:lnTo>
                <a:lnTo>
                  <a:pt x="2166" y="10512"/>
                </a:lnTo>
                <a:lnTo>
                  <a:pt x="2068" y="10512"/>
                </a:lnTo>
                <a:lnTo>
                  <a:pt x="1776" y="10439"/>
                </a:lnTo>
                <a:lnTo>
                  <a:pt x="1849" y="10366"/>
                </a:lnTo>
                <a:lnTo>
                  <a:pt x="1898" y="10269"/>
                </a:lnTo>
                <a:lnTo>
                  <a:pt x="1995" y="10025"/>
                </a:lnTo>
                <a:lnTo>
                  <a:pt x="2117" y="9806"/>
                </a:lnTo>
                <a:lnTo>
                  <a:pt x="2287" y="9490"/>
                </a:lnTo>
                <a:lnTo>
                  <a:pt x="2385" y="9320"/>
                </a:lnTo>
                <a:lnTo>
                  <a:pt x="2409" y="9149"/>
                </a:lnTo>
                <a:lnTo>
                  <a:pt x="2409" y="9125"/>
                </a:lnTo>
                <a:lnTo>
                  <a:pt x="2360" y="9125"/>
                </a:lnTo>
                <a:lnTo>
                  <a:pt x="2287" y="9174"/>
                </a:lnTo>
                <a:lnTo>
                  <a:pt x="2190" y="9222"/>
                </a:lnTo>
                <a:lnTo>
                  <a:pt x="2044" y="9393"/>
                </a:lnTo>
                <a:lnTo>
                  <a:pt x="1922" y="9563"/>
                </a:lnTo>
                <a:lnTo>
                  <a:pt x="1825" y="9733"/>
                </a:lnTo>
                <a:lnTo>
                  <a:pt x="1752" y="9879"/>
                </a:lnTo>
                <a:lnTo>
                  <a:pt x="1655" y="10050"/>
                </a:lnTo>
                <a:lnTo>
                  <a:pt x="1630" y="10220"/>
                </a:lnTo>
                <a:lnTo>
                  <a:pt x="1630" y="10317"/>
                </a:lnTo>
                <a:lnTo>
                  <a:pt x="1655" y="10390"/>
                </a:lnTo>
                <a:lnTo>
                  <a:pt x="1436" y="10293"/>
                </a:lnTo>
                <a:lnTo>
                  <a:pt x="1217" y="10171"/>
                </a:lnTo>
                <a:lnTo>
                  <a:pt x="1265" y="10098"/>
                </a:lnTo>
                <a:lnTo>
                  <a:pt x="1387" y="9782"/>
                </a:lnTo>
                <a:lnTo>
                  <a:pt x="1557" y="9490"/>
                </a:lnTo>
                <a:lnTo>
                  <a:pt x="1752" y="9174"/>
                </a:lnTo>
                <a:lnTo>
                  <a:pt x="1874" y="9028"/>
                </a:lnTo>
                <a:lnTo>
                  <a:pt x="1971" y="8906"/>
                </a:lnTo>
                <a:lnTo>
                  <a:pt x="1995" y="8857"/>
                </a:lnTo>
                <a:lnTo>
                  <a:pt x="1995" y="8833"/>
                </a:lnTo>
                <a:lnTo>
                  <a:pt x="1922" y="8833"/>
                </a:lnTo>
                <a:lnTo>
                  <a:pt x="1606" y="9052"/>
                </a:lnTo>
                <a:lnTo>
                  <a:pt x="1460" y="9198"/>
                </a:lnTo>
                <a:lnTo>
                  <a:pt x="1314" y="9344"/>
                </a:lnTo>
                <a:lnTo>
                  <a:pt x="1119" y="9636"/>
                </a:lnTo>
                <a:lnTo>
                  <a:pt x="1022" y="9806"/>
                </a:lnTo>
                <a:lnTo>
                  <a:pt x="973" y="9952"/>
                </a:lnTo>
                <a:lnTo>
                  <a:pt x="852" y="9831"/>
                </a:lnTo>
                <a:lnTo>
                  <a:pt x="754" y="9709"/>
                </a:lnTo>
                <a:lnTo>
                  <a:pt x="779" y="9660"/>
                </a:lnTo>
                <a:lnTo>
                  <a:pt x="852" y="9490"/>
                </a:lnTo>
                <a:lnTo>
                  <a:pt x="925" y="9320"/>
                </a:lnTo>
                <a:lnTo>
                  <a:pt x="1144" y="9003"/>
                </a:lnTo>
                <a:lnTo>
                  <a:pt x="1387" y="8736"/>
                </a:lnTo>
                <a:lnTo>
                  <a:pt x="1484" y="8565"/>
                </a:lnTo>
                <a:lnTo>
                  <a:pt x="1582" y="8419"/>
                </a:lnTo>
                <a:lnTo>
                  <a:pt x="1582" y="8371"/>
                </a:lnTo>
                <a:lnTo>
                  <a:pt x="1533" y="8346"/>
                </a:lnTo>
                <a:lnTo>
                  <a:pt x="1436" y="8371"/>
                </a:lnTo>
                <a:lnTo>
                  <a:pt x="1338" y="8419"/>
                </a:lnTo>
                <a:lnTo>
                  <a:pt x="1217" y="8468"/>
                </a:lnTo>
                <a:lnTo>
                  <a:pt x="1119" y="8565"/>
                </a:lnTo>
                <a:lnTo>
                  <a:pt x="949" y="8736"/>
                </a:lnTo>
                <a:lnTo>
                  <a:pt x="827" y="8906"/>
                </a:lnTo>
                <a:lnTo>
                  <a:pt x="681" y="9052"/>
                </a:lnTo>
                <a:lnTo>
                  <a:pt x="560" y="9247"/>
                </a:lnTo>
                <a:lnTo>
                  <a:pt x="511" y="9003"/>
                </a:lnTo>
                <a:lnTo>
                  <a:pt x="535" y="8930"/>
                </a:lnTo>
                <a:lnTo>
                  <a:pt x="633" y="8760"/>
                </a:lnTo>
                <a:lnTo>
                  <a:pt x="730" y="8565"/>
                </a:lnTo>
                <a:lnTo>
                  <a:pt x="998" y="8200"/>
                </a:lnTo>
                <a:lnTo>
                  <a:pt x="1265" y="7835"/>
                </a:lnTo>
                <a:lnTo>
                  <a:pt x="1265" y="7787"/>
                </a:lnTo>
                <a:lnTo>
                  <a:pt x="1241" y="7787"/>
                </a:lnTo>
                <a:lnTo>
                  <a:pt x="1022" y="7908"/>
                </a:lnTo>
                <a:lnTo>
                  <a:pt x="852" y="8054"/>
                </a:lnTo>
                <a:lnTo>
                  <a:pt x="681" y="8200"/>
                </a:lnTo>
                <a:lnTo>
                  <a:pt x="511" y="8395"/>
                </a:lnTo>
                <a:lnTo>
                  <a:pt x="462" y="8444"/>
                </a:lnTo>
                <a:lnTo>
                  <a:pt x="487" y="8030"/>
                </a:lnTo>
                <a:lnTo>
                  <a:pt x="487" y="7981"/>
                </a:lnTo>
                <a:lnTo>
                  <a:pt x="608" y="7835"/>
                </a:lnTo>
                <a:lnTo>
                  <a:pt x="730" y="7689"/>
                </a:lnTo>
                <a:lnTo>
                  <a:pt x="852" y="7543"/>
                </a:lnTo>
                <a:lnTo>
                  <a:pt x="949" y="7373"/>
                </a:lnTo>
                <a:lnTo>
                  <a:pt x="949" y="7349"/>
                </a:lnTo>
                <a:lnTo>
                  <a:pt x="949" y="7324"/>
                </a:lnTo>
                <a:lnTo>
                  <a:pt x="900" y="7324"/>
                </a:lnTo>
                <a:lnTo>
                  <a:pt x="730" y="7446"/>
                </a:lnTo>
                <a:lnTo>
                  <a:pt x="511" y="7592"/>
                </a:lnTo>
                <a:lnTo>
                  <a:pt x="560" y="7276"/>
                </a:lnTo>
                <a:lnTo>
                  <a:pt x="608" y="6959"/>
                </a:lnTo>
                <a:lnTo>
                  <a:pt x="681" y="6643"/>
                </a:lnTo>
                <a:lnTo>
                  <a:pt x="779" y="6351"/>
                </a:lnTo>
                <a:lnTo>
                  <a:pt x="925" y="6083"/>
                </a:lnTo>
                <a:lnTo>
                  <a:pt x="1119" y="5840"/>
                </a:lnTo>
                <a:lnTo>
                  <a:pt x="1338" y="5597"/>
                </a:lnTo>
                <a:lnTo>
                  <a:pt x="1630" y="5402"/>
                </a:lnTo>
                <a:lnTo>
                  <a:pt x="1776" y="5305"/>
                </a:lnTo>
                <a:lnTo>
                  <a:pt x="1922" y="5232"/>
                </a:lnTo>
                <a:lnTo>
                  <a:pt x="2263" y="5134"/>
                </a:lnTo>
                <a:lnTo>
                  <a:pt x="2604" y="5086"/>
                </a:lnTo>
                <a:lnTo>
                  <a:pt x="2969" y="5061"/>
                </a:lnTo>
                <a:close/>
                <a:moveTo>
                  <a:pt x="15622" y="1631"/>
                </a:moveTo>
                <a:lnTo>
                  <a:pt x="15622" y="2044"/>
                </a:lnTo>
                <a:lnTo>
                  <a:pt x="15597" y="2896"/>
                </a:lnTo>
                <a:lnTo>
                  <a:pt x="15597" y="3310"/>
                </a:lnTo>
                <a:lnTo>
                  <a:pt x="15622" y="3748"/>
                </a:lnTo>
                <a:lnTo>
                  <a:pt x="15622" y="4186"/>
                </a:lnTo>
                <a:lnTo>
                  <a:pt x="15622" y="4648"/>
                </a:lnTo>
                <a:lnTo>
                  <a:pt x="15549" y="5524"/>
                </a:lnTo>
                <a:lnTo>
                  <a:pt x="15524" y="6035"/>
                </a:lnTo>
                <a:lnTo>
                  <a:pt x="15524" y="6521"/>
                </a:lnTo>
                <a:lnTo>
                  <a:pt x="15524" y="7519"/>
                </a:lnTo>
                <a:lnTo>
                  <a:pt x="15524" y="9441"/>
                </a:lnTo>
                <a:lnTo>
                  <a:pt x="15500" y="11364"/>
                </a:lnTo>
                <a:lnTo>
                  <a:pt x="15524" y="12142"/>
                </a:lnTo>
                <a:lnTo>
                  <a:pt x="15403" y="12264"/>
                </a:lnTo>
                <a:lnTo>
                  <a:pt x="15281" y="12386"/>
                </a:lnTo>
                <a:lnTo>
                  <a:pt x="15184" y="12532"/>
                </a:lnTo>
                <a:lnTo>
                  <a:pt x="15111" y="12702"/>
                </a:lnTo>
                <a:lnTo>
                  <a:pt x="14940" y="13018"/>
                </a:lnTo>
                <a:lnTo>
                  <a:pt x="14819" y="13334"/>
                </a:lnTo>
                <a:lnTo>
                  <a:pt x="14624" y="13213"/>
                </a:lnTo>
                <a:lnTo>
                  <a:pt x="14746" y="13018"/>
                </a:lnTo>
                <a:lnTo>
                  <a:pt x="14867" y="12775"/>
                </a:lnTo>
                <a:lnTo>
                  <a:pt x="15013" y="12337"/>
                </a:lnTo>
                <a:lnTo>
                  <a:pt x="15184" y="11948"/>
                </a:lnTo>
                <a:lnTo>
                  <a:pt x="15232" y="11729"/>
                </a:lnTo>
                <a:lnTo>
                  <a:pt x="15281" y="11534"/>
                </a:lnTo>
                <a:lnTo>
                  <a:pt x="15281" y="11485"/>
                </a:lnTo>
                <a:lnTo>
                  <a:pt x="15257" y="11485"/>
                </a:lnTo>
                <a:lnTo>
                  <a:pt x="15184" y="11510"/>
                </a:lnTo>
                <a:lnTo>
                  <a:pt x="15111" y="11558"/>
                </a:lnTo>
                <a:lnTo>
                  <a:pt x="15038" y="11607"/>
                </a:lnTo>
                <a:lnTo>
                  <a:pt x="14989" y="11680"/>
                </a:lnTo>
                <a:lnTo>
                  <a:pt x="14916" y="11850"/>
                </a:lnTo>
                <a:lnTo>
                  <a:pt x="14843" y="11996"/>
                </a:lnTo>
                <a:lnTo>
                  <a:pt x="14527" y="12629"/>
                </a:lnTo>
                <a:lnTo>
                  <a:pt x="14405" y="12824"/>
                </a:lnTo>
                <a:lnTo>
                  <a:pt x="14332" y="13042"/>
                </a:lnTo>
                <a:lnTo>
                  <a:pt x="14016" y="12872"/>
                </a:lnTo>
                <a:lnTo>
                  <a:pt x="14089" y="12799"/>
                </a:lnTo>
                <a:lnTo>
                  <a:pt x="14162" y="12726"/>
                </a:lnTo>
                <a:lnTo>
                  <a:pt x="14259" y="12532"/>
                </a:lnTo>
                <a:lnTo>
                  <a:pt x="14405" y="12118"/>
                </a:lnTo>
                <a:lnTo>
                  <a:pt x="14673" y="11558"/>
                </a:lnTo>
                <a:lnTo>
                  <a:pt x="14965" y="10999"/>
                </a:lnTo>
                <a:lnTo>
                  <a:pt x="14965" y="10974"/>
                </a:lnTo>
                <a:lnTo>
                  <a:pt x="14940" y="10950"/>
                </a:lnTo>
                <a:lnTo>
                  <a:pt x="14794" y="11047"/>
                </a:lnTo>
                <a:lnTo>
                  <a:pt x="14697" y="11145"/>
                </a:lnTo>
                <a:lnTo>
                  <a:pt x="14502" y="11364"/>
                </a:lnTo>
                <a:lnTo>
                  <a:pt x="14332" y="11607"/>
                </a:lnTo>
                <a:lnTo>
                  <a:pt x="14210" y="11875"/>
                </a:lnTo>
                <a:lnTo>
                  <a:pt x="13967" y="12288"/>
                </a:lnTo>
                <a:lnTo>
                  <a:pt x="13870" y="12532"/>
                </a:lnTo>
                <a:lnTo>
                  <a:pt x="13821" y="12653"/>
                </a:lnTo>
                <a:lnTo>
                  <a:pt x="13821" y="12775"/>
                </a:lnTo>
                <a:lnTo>
                  <a:pt x="13626" y="12678"/>
                </a:lnTo>
                <a:lnTo>
                  <a:pt x="13651" y="12605"/>
                </a:lnTo>
                <a:lnTo>
                  <a:pt x="13675" y="12507"/>
                </a:lnTo>
                <a:lnTo>
                  <a:pt x="13724" y="12337"/>
                </a:lnTo>
                <a:lnTo>
                  <a:pt x="13797" y="12167"/>
                </a:lnTo>
                <a:lnTo>
                  <a:pt x="13943" y="11875"/>
                </a:lnTo>
                <a:lnTo>
                  <a:pt x="14064" y="11558"/>
                </a:lnTo>
                <a:lnTo>
                  <a:pt x="14162" y="11218"/>
                </a:lnTo>
                <a:lnTo>
                  <a:pt x="14259" y="10901"/>
                </a:lnTo>
                <a:lnTo>
                  <a:pt x="14405" y="10585"/>
                </a:lnTo>
                <a:lnTo>
                  <a:pt x="14405" y="10561"/>
                </a:lnTo>
                <a:lnTo>
                  <a:pt x="14356" y="10561"/>
                </a:lnTo>
                <a:lnTo>
                  <a:pt x="14259" y="10634"/>
                </a:lnTo>
                <a:lnTo>
                  <a:pt x="14162" y="10731"/>
                </a:lnTo>
                <a:lnTo>
                  <a:pt x="13991" y="10950"/>
                </a:lnTo>
                <a:lnTo>
                  <a:pt x="13870" y="11218"/>
                </a:lnTo>
                <a:lnTo>
                  <a:pt x="13772" y="11461"/>
                </a:lnTo>
                <a:lnTo>
                  <a:pt x="13651" y="11729"/>
                </a:lnTo>
                <a:lnTo>
                  <a:pt x="13505" y="11996"/>
                </a:lnTo>
                <a:lnTo>
                  <a:pt x="13383" y="12264"/>
                </a:lnTo>
                <a:lnTo>
                  <a:pt x="13359" y="12410"/>
                </a:lnTo>
                <a:lnTo>
                  <a:pt x="13334" y="12556"/>
                </a:lnTo>
                <a:lnTo>
                  <a:pt x="12872" y="12337"/>
                </a:lnTo>
                <a:lnTo>
                  <a:pt x="12994" y="12191"/>
                </a:lnTo>
                <a:lnTo>
                  <a:pt x="13115" y="12021"/>
                </a:lnTo>
                <a:lnTo>
                  <a:pt x="13310" y="11607"/>
                </a:lnTo>
                <a:lnTo>
                  <a:pt x="13772" y="10609"/>
                </a:lnTo>
                <a:lnTo>
                  <a:pt x="13772" y="10585"/>
                </a:lnTo>
                <a:lnTo>
                  <a:pt x="13772" y="10561"/>
                </a:lnTo>
                <a:lnTo>
                  <a:pt x="13748" y="10561"/>
                </a:lnTo>
                <a:lnTo>
                  <a:pt x="13724" y="10585"/>
                </a:lnTo>
                <a:lnTo>
                  <a:pt x="13456" y="10999"/>
                </a:lnTo>
                <a:lnTo>
                  <a:pt x="13188" y="11412"/>
                </a:lnTo>
                <a:lnTo>
                  <a:pt x="12945" y="11850"/>
                </a:lnTo>
                <a:lnTo>
                  <a:pt x="12823" y="12069"/>
                </a:lnTo>
                <a:lnTo>
                  <a:pt x="12750" y="12313"/>
                </a:lnTo>
                <a:lnTo>
                  <a:pt x="12361" y="12118"/>
                </a:lnTo>
                <a:lnTo>
                  <a:pt x="12288" y="12094"/>
                </a:lnTo>
                <a:lnTo>
                  <a:pt x="12337" y="11923"/>
                </a:lnTo>
                <a:lnTo>
                  <a:pt x="12458" y="11631"/>
                </a:lnTo>
                <a:lnTo>
                  <a:pt x="12604" y="11339"/>
                </a:lnTo>
                <a:lnTo>
                  <a:pt x="12823" y="10828"/>
                </a:lnTo>
                <a:lnTo>
                  <a:pt x="12945" y="10585"/>
                </a:lnTo>
                <a:lnTo>
                  <a:pt x="13091" y="10342"/>
                </a:lnTo>
                <a:lnTo>
                  <a:pt x="13091" y="10293"/>
                </a:lnTo>
                <a:lnTo>
                  <a:pt x="13067" y="10244"/>
                </a:lnTo>
                <a:lnTo>
                  <a:pt x="12969" y="10244"/>
                </a:lnTo>
                <a:lnTo>
                  <a:pt x="12775" y="10463"/>
                </a:lnTo>
                <a:lnTo>
                  <a:pt x="12604" y="10682"/>
                </a:lnTo>
                <a:lnTo>
                  <a:pt x="12458" y="10926"/>
                </a:lnTo>
                <a:lnTo>
                  <a:pt x="12312" y="11193"/>
                </a:lnTo>
                <a:lnTo>
                  <a:pt x="12118" y="11510"/>
                </a:lnTo>
                <a:lnTo>
                  <a:pt x="12020" y="11729"/>
                </a:lnTo>
                <a:lnTo>
                  <a:pt x="11947" y="11923"/>
                </a:lnTo>
                <a:lnTo>
                  <a:pt x="11655" y="11802"/>
                </a:lnTo>
                <a:lnTo>
                  <a:pt x="11728" y="11631"/>
                </a:lnTo>
                <a:lnTo>
                  <a:pt x="11777" y="11461"/>
                </a:lnTo>
                <a:lnTo>
                  <a:pt x="11874" y="11145"/>
                </a:lnTo>
                <a:lnTo>
                  <a:pt x="12118" y="10658"/>
                </a:lnTo>
                <a:lnTo>
                  <a:pt x="12239" y="10415"/>
                </a:lnTo>
                <a:lnTo>
                  <a:pt x="12385" y="10196"/>
                </a:lnTo>
                <a:lnTo>
                  <a:pt x="12410" y="10171"/>
                </a:lnTo>
                <a:lnTo>
                  <a:pt x="12385" y="10147"/>
                </a:lnTo>
                <a:lnTo>
                  <a:pt x="12361" y="10123"/>
                </a:lnTo>
                <a:lnTo>
                  <a:pt x="12312" y="10147"/>
                </a:lnTo>
                <a:lnTo>
                  <a:pt x="12142" y="10342"/>
                </a:lnTo>
                <a:lnTo>
                  <a:pt x="11972" y="10561"/>
                </a:lnTo>
                <a:lnTo>
                  <a:pt x="11826" y="10780"/>
                </a:lnTo>
                <a:lnTo>
                  <a:pt x="11704" y="11023"/>
                </a:lnTo>
                <a:lnTo>
                  <a:pt x="11534" y="11339"/>
                </a:lnTo>
                <a:lnTo>
                  <a:pt x="11461" y="11510"/>
                </a:lnTo>
                <a:lnTo>
                  <a:pt x="11436" y="11704"/>
                </a:lnTo>
                <a:lnTo>
                  <a:pt x="10974" y="11510"/>
                </a:lnTo>
                <a:lnTo>
                  <a:pt x="11120" y="11120"/>
                </a:lnTo>
                <a:lnTo>
                  <a:pt x="11315" y="10755"/>
                </a:lnTo>
                <a:lnTo>
                  <a:pt x="11534" y="10317"/>
                </a:lnTo>
                <a:lnTo>
                  <a:pt x="11655" y="10123"/>
                </a:lnTo>
                <a:lnTo>
                  <a:pt x="11801" y="9928"/>
                </a:lnTo>
                <a:lnTo>
                  <a:pt x="11801" y="9904"/>
                </a:lnTo>
                <a:lnTo>
                  <a:pt x="11680" y="9952"/>
                </a:lnTo>
                <a:lnTo>
                  <a:pt x="11582" y="10001"/>
                </a:lnTo>
                <a:lnTo>
                  <a:pt x="11485" y="10074"/>
                </a:lnTo>
                <a:lnTo>
                  <a:pt x="11412" y="10171"/>
                </a:lnTo>
                <a:lnTo>
                  <a:pt x="11266" y="10366"/>
                </a:lnTo>
                <a:lnTo>
                  <a:pt x="11144" y="10561"/>
                </a:lnTo>
                <a:lnTo>
                  <a:pt x="10877" y="10974"/>
                </a:lnTo>
                <a:lnTo>
                  <a:pt x="10755" y="11193"/>
                </a:lnTo>
                <a:lnTo>
                  <a:pt x="10706" y="11315"/>
                </a:lnTo>
                <a:lnTo>
                  <a:pt x="10682" y="11437"/>
                </a:lnTo>
                <a:lnTo>
                  <a:pt x="10633" y="11412"/>
                </a:lnTo>
                <a:lnTo>
                  <a:pt x="10244" y="11315"/>
                </a:lnTo>
                <a:lnTo>
                  <a:pt x="10366" y="11023"/>
                </a:lnTo>
                <a:lnTo>
                  <a:pt x="10487" y="10731"/>
                </a:lnTo>
                <a:lnTo>
                  <a:pt x="10731" y="10244"/>
                </a:lnTo>
                <a:lnTo>
                  <a:pt x="10974" y="9782"/>
                </a:lnTo>
                <a:lnTo>
                  <a:pt x="10974" y="9758"/>
                </a:lnTo>
                <a:lnTo>
                  <a:pt x="10950" y="9758"/>
                </a:lnTo>
                <a:lnTo>
                  <a:pt x="10779" y="9928"/>
                </a:lnTo>
                <a:lnTo>
                  <a:pt x="10609" y="10123"/>
                </a:lnTo>
                <a:lnTo>
                  <a:pt x="10487" y="10317"/>
                </a:lnTo>
                <a:lnTo>
                  <a:pt x="10341" y="10536"/>
                </a:lnTo>
                <a:lnTo>
                  <a:pt x="10147" y="10877"/>
                </a:lnTo>
                <a:lnTo>
                  <a:pt x="10049" y="11072"/>
                </a:lnTo>
                <a:lnTo>
                  <a:pt x="9976" y="11266"/>
                </a:lnTo>
                <a:lnTo>
                  <a:pt x="9441" y="11169"/>
                </a:lnTo>
                <a:lnTo>
                  <a:pt x="9611" y="10828"/>
                </a:lnTo>
                <a:lnTo>
                  <a:pt x="9806" y="10463"/>
                </a:lnTo>
                <a:lnTo>
                  <a:pt x="9903" y="10269"/>
                </a:lnTo>
                <a:lnTo>
                  <a:pt x="9903" y="10171"/>
                </a:lnTo>
                <a:lnTo>
                  <a:pt x="9903" y="10074"/>
                </a:lnTo>
                <a:lnTo>
                  <a:pt x="9903" y="10050"/>
                </a:lnTo>
                <a:lnTo>
                  <a:pt x="9879" y="10050"/>
                </a:lnTo>
                <a:lnTo>
                  <a:pt x="9782" y="10098"/>
                </a:lnTo>
                <a:lnTo>
                  <a:pt x="9709" y="10147"/>
                </a:lnTo>
                <a:lnTo>
                  <a:pt x="9563" y="10317"/>
                </a:lnTo>
                <a:lnTo>
                  <a:pt x="9441" y="10488"/>
                </a:lnTo>
                <a:lnTo>
                  <a:pt x="9344" y="10658"/>
                </a:lnTo>
                <a:lnTo>
                  <a:pt x="9198" y="10877"/>
                </a:lnTo>
                <a:lnTo>
                  <a:pt x="9149" y="10999"/>
                </a:lnTo>
                <a:lnTo>
                  <a:pt x="9076" y="11120"/>
                </a:lnTo>
                <a:lnTo>
                  <a:pt x="8930" y="11072"/>
                </a:lnTo>
                <a:lnTo>
                  <a:pt x="8492" y="10974"/>
                </a:lnTo>
                <a:lnTo>
                  <a:pt x="8638" y="10731"/>
                </a:lnTo>
                <a:lnTo>
                  <a:pt x="8930" y="10244"/>
                </a:lnTo>
                <a:lnTo>
                  <a:pt x="9100" y="10025"/>
                </a:lnTo>
                <a:lnTo>
                  <a:pt x="9246" y="9782"/>
                </a:lnTo>
                <a:lnTo>
                  <a:pt x="9271" y="9758"/>
                </a:lnTo>
                <a:lnTo>
                  <a:pt x="9271" y="9733"/>
                </a:lnTo>
                <a:lnTo>
                  <a:pt x="9222" y="9733"/>
                </a:lnTo>
                <a:lnTo>
                  <a:pt x="9027" y="9879"/>
                </a:lnTo>
                <a:lnTo>
                  <a:pt x="8857" y="10025"/>
                </a:lnTo>
                <a:lnTo>
                  <a:pt x="8687" y="10196"/>
                </a:lnTo>
                <a:lnTo>
                  <a:pt x="8565" y="10390"/>
                </a:lnTo>
                <a:lnTo>
                  <a:pt x="8370" y="10634"/>
                </a:lnTo>
                <a:lnTo>
                  <a:pt x="8273" y="10780"/>
                </a:lnTo>
                <a:lnTo>
                  <a:pt x="8200" y="10926"/>
                </a:lnTo>
                <a:lnTo>
                  <a:pt x="7932" y="10853"/>
                </a:lnTo>
                <a:lnTo>
                  <a:pt x="8078" y="10536"/>
                </a:lnTo>
                <a:lnTo>
                  <a:pt x="8273" y="10220"/>
                </a:lnTo>
                <a:lnTo>
                  <a:pt x="8370" y="10074"/>
                </a:lnTo>
                <a:lnTo>
                  <a:pt x="8492" y="9952"/>
                </a:lnTo>
                <a:lnTo>
                  <a:pt x="8492" y="9928"/>
                </a:lnTo>
                <a:lnTo>
                  <a:pt x="8492" y="9904"/>
                </a:lnTo>
                <a:lnTo>
                  <a:pt x="8468" y="9879"/>
                </a:lnTo>
                <a:lnTo>
                  <a:pt x="8443" y="9904"/>
                </a:lnTo>
                <a:lnTo>
                  <a:pt x="8273" y="9977"/>
                </a:lnTo>
                <a:lnTo>
                  <a:pt x="8127" y="10074"/>
                </a:lnTo>
                <a:lnTo>
                  <a:pt x="8005" y="10196"/>
                </a:lnTo>
                <a:lnTo>
                  <a:pt x="7884" y="10342"/>
                </a:lnTo>
                <a:lnTo>
                  <a:pt x="7738" y="10561"/>
                </a:lnTo>
                <a:lnTo>
                  <a:pt x="7616" y="10804"/>
                </a:lnTo>
                <a:lnTo>
                  <a:pt x="7300" y="10731"/>
                </a:lnTo>
                <a:lnTo>
                  <a:pt x="7397" y="10561"/>
                </a:lnTo>
                <a:lnTo>
                  <a:pt x="7495" y="10390"/>
                </a:lnTo>
                <a:lnTo>
                  <a:pt x="7641" y="10123"/>
                </a:lnTo>
                <a:lnTo>
                  <a:pt x="7714" y="9977"/>
                </a:lnTo>
                <a:lnTo>
                  <a:pt x="7714" y="9831"/>
                </a:lnTo>
                <a:lnTo>
                  <a:pt x="7689" y="9831"/>
                </a:lnTo>
                <a:lnTo>
                  <a:pt x="7592" y="9904"/>
                </a:lnTo>
                <a:lnTo>
                  <a:pt x="7470" y="10025"/>
                </a:lnTo>
                <a:lnTo>
                  <a:pt x="7324" y="10293"/>
                </a:lnTo>
                <a:lnTo>
                  <a:pt x="7178" y="10488"/>
                </a:lnTo>
                <a:lnTo>
                  <a:pt x="7105" y="10585"/>
                </a:lnTo>
                <a:lnTo>
                  <a:pt x="7057" y="10682"/>
                </a:lnTo>
                <a:lnTo>
                  <a:pt x="6643" y="10585"/>
                </a:lnTo>
                <a:lnTo>
                  <a:pt x="6692" y="10488"/>
                </a:lnTo>
                <a:lnTo>
                  <a:pt x="6789" y="10293"/>
                </a:lnTo>
                <a:lnTo>
                  <a:pt x="6886" y="10074"/>
                </a:lnTo>
                <a:lnTo>
                  <a:pt x="7057" y="9636"/>
                </a:lnTo>
                <a:lnTo>
                  <a:pt x="7057" y="9612"/>
                </a:lnTo>
                <a:lnTo>
                  <a:pt x="7032" y="9587"/>
                </a:lnTo>
                <a:lnTo>
                  <a:pt x="7008" y="9612"/>
                </a:lnTo>
                <a:lnTo>
                  <a:pt x="6765" y="9904"/>
                </a:lnTo>
                <a:lnTo>
                  <a:pt x="6521" y="10196"/>
                </a:lnTo>
                <a:lnTo>
                  <a:pt x="6400" y="10342"/>
                </a:lnTo>
                <a:lnTo>
                  <a:pt x="6254" y="10512"/>
                </a:lnTo>
                <a:lnTo>
                  <a:pt x="5816" y="10463"/>
                </a:lnTo>
                <a:lnTo>
                  <a:pt x="5889" y="10244"/>
                </a:lnTo>
                <a:lnTo>
                  <a:pt x="6010" y="10050"/>
                </a:lnTo>
                <a:lnTo>
                  <a:pt x="6205" y="9806"/>
                </a:lnTo>
                <a:lnTo>
                  <a:pt x="6278" y="9685"/>
                </a:lnTo>
                <a:lnTo>
                  <a:pt x="6302" y="9612"/>
                </a:lnTo>
                <a:lnTo>
                  <a:pt x="6327" y="9539"/>
                </a:lnTo>
                <a:lnTo>
                  <a:pt x="6302" y="9514"/>
                </a:lnTo>
                <a:lnTo>
                  <a:pt x="6205" y="9514"/>
                </a:lnTo>
                <a:lnTo>
                  <a:pt x="6132" y="9539"/>
                </a:lnTo>
                <a:lnTo>
                  <a:pt x="5986" y="9660"/>
                </a:lnTo>
                <a:lnTo>
                  <a:pt x="5864" y="9782"/>
                </a:lnTo>
                <a:lnTo>
                  <a:pt x="5767" y="9928"/>
                </a:lnTo>
                <a:lnTo>
                  <a:pt x="5597" y="10171"/>
                </a:lnTo>
                <a:lnTo>
                  <a:pt x="5524" y="10293"/>
                </a:lnTo>
                <a:lnTo>
                  <a:pt x="5475" y="10439"/>
                </a:lnTo>
                <a:lnTo>
                  <a:pt x="5256" y="10463"/>
                </a:lnTo>
                <a:lnTo>
                  <a:pt x="5061" y="10488"/>
                </a:lnTo>
                <a:lnTo>
                  <a:pt x="5183" y="10220"/>
                </a:lnTo>
                <a:lnTo>
                  <a:pt x="5378" y="9855"/>
                </a:lnTo>
                <a:lnTo>
                  <a:pt x="5475" y="9660"/>
                </a:lnTo>
                <a:lnTo>
                  <a:pt x="5597" y="9490"/>
                </a:lnTo>
                <a:lnTo>
                  <a:pt x="5378" y="9636"/>
                </a:lnTo>
                <a:lnTo>
                  <a:pt x="5183" y="9806"/>
                </a:lnTo>
                <a:lnTo>
                  <a:pt x="4988" y="10025"/>
                </a:lnTo>
                <a:lnTo>
                  <a:pt x="4818" y="10244"/>
                </a:lnTo>
                <a:lnTo>
                  <a:pt x="4818" y="8979"/>
                </a:lnTo>
                <a:lnTo>
                  <a:pt x="4794" y="7714"/>
                </a:lnTo>
                <a:lnTo>
                  <a:pt x="4794" y="6254"/>
                </a:lnTo>
                <a:lnTo>
                  <a:pt x="4794" y="5718"/>
                </a:lnTo>
                <a:lnTo>
                  <a:pt x="4794" y="5426"/>
                </a:lnTo>
                <a:lnTo>
                  <a:pt x="4769" y="5159"/>
                </a:lnTo>
                <a:lnTo>
                  <a:pt x="5086" y="5159"/>
                </a:lnTo>
                <a:lnTo>
                  <a:pt x="5986" y="5134"/>
                </a:lnTo>
                <a:lnTo>
                  <a:pt x="6886" y="5086"/>
                </a:lnTo>
                <a:lnTo>
                  <a:pt x="7349" y="5037"/>
                </a:lnTo>
                <a:lnTo>
                  <a:pt x="7835" y="4988"/>
                </a:lnTo>
                <a:lnTo>
                  <a:pt x="8297" y="4916"/>
                </a:lnTo>
                <a:lnTo>
                  <a:pt x="8784" y="4843"/>
                </a:lnTo>
                <a:lnTo>
                  <a:pt x="9709" y="4624"/>
                </a:lnTo>
                <a:lnTo>
                  <a:pt x="10633" y="4356"/>
                </a:lnTo>
                <a:lnTo>
                  <a:pt x="11071" y="4210"/>
                </a:lnTo>
                <a:lnTo>
                  <a:pt x="11509" y="4040"/>
                </a:lnTo>
                <a:lnTo>
                  <a:pt x="11923" y="3869"/>
                </a:lnTo>
                <a:lnTo>
                  <a:pt x="12361" y="3675"/>
                </a:lnTo>
                <a:lnTo>
                  <a:pt x="13188" y="3261"/>
                </a:lnTo>
                <a:lnTo>
                  <a:pt x="14016" y="2823"/>
                </a:lnTo>
                <a:lnTo>
                  <a:pt x="14308" y="2653"/>
                </a:lnTo>
                <a:lnTo>
                  <a:pt x="14575" y="2458"/>
                </a:lnTo>
                <a:lnTo>
                  <a:pt x="15111" y="2044"/>
                </a:lnTo>
                <a:lnTo>
                  <a:pt x="15354" y="1850"/>
                </a:lnTo>
                <a:lnTo>
                  <a:pt x="15500" y="1752"/>
                </a:lnTo>
                <a:lnTo>
                  <a:pt x="15622" y="1631"/>
                </a:lnTo>
                <a:close/>
                <a:moveTo>
                  <a:pt x="15524" y="12605"/>
                </a:moveTo>
                <a:lnTo>
                  <a:pt x="15549" y="13164"/>
                </a:lnTo>
                <a:lnTo>
                  <a:pt x="15476" y="13164"/>
                </a:lnTo>
                <a:lnTo>
                  <a:pt x="15427" y="13213"/>
                </a:lnTo>
                <a:lnTo>
                  <a:pt x="15305" y="13286"/>
                </a:lnTo>
                <a:lnTo>
                  <a:pt x="15232" y="13432"/>
                </a:lnTo>
                <a:lnTo>
                  <a:pt x="15135" y="13578"/>
                </a:lnTo>
                <a:lnTo>
                  <a:pt x="15111" y="13529"/>
                </a:lnTo>
                <a:lnTo>
                  <a:pt x="15257" y="13213"/>
                </a:lnTo>
                <a:lnTo>
                  <a:pt x="15403" y="12872"/>
                </a:lnTo>
                <a:lnTo>
                  <a:pt x="15524" y="12605"/>
                </a:lnTo>
                <a:close/>
                <a:moveTo>
                  <a:pt x="15549" y="13359"/>
                </a:moveTo>
                <a:lnTo>
                  <a:pt x="15573" y="13943"/>
                </a:lnTo>
                <a:lnTo>
                  <a:pt x="15354" y="13748"/>
                </a:lnTo>
                <a:lnTo>
                  <a:pt x="15451" y="13553"/>
                </a:lnTo>
                <a:lnTo>
                  <a:pt x="15549" y="13359"/>
                </a:lnTo>
                <a:close/>
                <a:moveTo>
                  <a:pt x="16692" y="463"/>
                </a:moveTo>
                <a:lnTo>
                  <a:pt x="16789" y="487"/>
                </a:lnTo>
                <a:lnTo>
                  <a:pt x="16862" y="536"/>
                </a:lnTo>
                <a:lnTo>
                  <a:pt x="16935" y="633"/>
                </a:lnTo>
                <a:lnTo>
                  <a:pt x="16984" y="730"/>
                </a:lnTo>
                <a:lnTo>
                  <a:pt x="17033" y="852"/>
                </a:lnTo>
                <a:lnTo>
                  <a:pt x="17081" y="1047"/>
                </a:lnTo>
                <a:lnTo>
                  <a:pt x="17130" y="1314"/>
                </a:lnTo>
                <a:lnTo>
                  <a:pt x="17154" y="1582"/>
                </a:lnTo>
                <a:lnTo>
                  <a:pt x="17179" y="2142"/>
                </a:lnTo>
                <a:lnTo>
                  <a:pt x="17106" y="3237"/>
                </a:lnTo>
                <a:lnTo>
                  <a:pt x="17081" y="4380"/>
                </a:lnTo>
                <a:lnTo>
                  <a:pt x="17081" y="5499"/>
                </a:lnTo>
                <a:lnTo>
                  <a:pt x="17154" y="7738"/>
                </a:lnTo>
                <a:lnTo>
                  <a:pt x="17203" y="9928"/>
                </a:lnTo>
                <a:lnTo>
                  <a:pt x="17203" y="12094"/>
                </a:lnTo>
                <a:lnTo>
                  <a:pt x="17179" y="13213"/>
                </a:lnTo>
                <a:lnTo>
                  <a:pt x="17130" y="13748"/>
                </a:lnTo>
                <a:lnTo>
                  <a:pt x="17081" y="14283"/>
                </a:lnTo>
                <a:lnTo>
                  <a:pt x="17033" y="14502"/>
                </a:lnTo>
                <a:lnTo>
                  <a:pt x="16984" y="14746"/>
                </a:lnTo>
                <a:lnTo>
                  <a:pt x="16935" y="14867"/>
                </a:lnTo>
                <a:lnTo>
                  <a:pt x="16887" y="14965"/>
                </a:lnTo>
                <a:lnTo>
                  <a:pt x="16814" y="15038"/>
                </a:lnTo>
                <a:lnTo>
                  <a:pt x="16716" y="15111"/>
                </a:lnTo>
                <a:lnTo>
                  <a:pt x="16643" y="15111"/>
                </a:lnTo>
                <a:lnTo>
                  <a:pt x="16570" y="15086"/>
                </a:lnTo>
                <a:lnTo>
                  <a:pt x="16449" y="15038"/>
                </a:lnTo>
                <a:lnTo>
                  <a:pt x="16327" y="14916"/>
                </a:lnTo>
                <a:lnTo>
                  <a:pt x="16205" y="14794"/>
                </a:lnTo>
                <a:lnTo>
                  <a:pt x="16205" y="13991"/>
                </a:lnTo>
                <a:lnTo>
                  <a:pt x="16181" y="13188"/>
                </a:lnTo>
                <a:lnTo>
                  <a:pt x="16132" y="12361"/>
                </a:lnTo>
                <a:lnTo>
                  <a:pt x="16132" y="11558"/>
                </a:lnTo>
                <a:lnTo>
                  <a:pt x="16132" y="9636"/>
                </a:lnTo>
                <a:lnTo>
                  <a:pt x="16132" y="7714"/>
                </a:lnTo>
                <a:lnTo>
                  <a:pt x="16132" y="6789"/>
                </a:lnTo>
                <a:lnTo>
                  <a:pt x="16132" y="6327"/>
                </a:lnTo>
                <a:lnTo>
                  <a:pt x="16132" y="5864"/>
                </a:lnTo>
                <a:lnTo>
                  <a:pt x="16205" y="4988"/>
                </a:lnTo>
                <a:lnTo>
                  <a:pt x="16230" y="4551"/>
                </a:lnTo>
                <a:lnTo>
                  <a:pt x="16205" y="4113"/>
                </a:lnTo>
                <a:lnTo>
                  <a:pt x="16181" y="3237"/>
                </a:lnTo>
                <a:lnTo>
                  <a:pt x="16157" y="2799"/>
                </a:lnTo>
                <a:lnTo>
                  <a:pt x="16181" y="2361"/>
                </a:lnTo>
                <a:lnTo>
                  <a:pt x="16205" y="1558"/>
                </a:lnTo>
                <a:lnTo>
                  <a:pt x="16181" y="1144"/>
                </a:lnTo>
                <a:lnTo>
                  <a:pt x="16181" y="755"/>
                </a:lnTo>
                <a:lnTo>
                  <a:pt x="16254" y="657"/>
                </a:lnTo>
                <a:lnTo>
                  <a:pt x="16351" y="584"/>
                </a:lnTo>
                <a:lnTo>
                  <a:pt x="16570" y="487"/>
                </a:lnTo>
                <a:lnTo>
                  <a:pt x="16692" y="463"/>
                </a:lnTo>
                <a:close/>
                <a:moveTo>
                  <a:pt x="5597" y="10950"/>
                </a:moveTo>
                <a:lnTo>
                  <a:pt x="5597" y="11023"/>
                </a:lnTo>
                <a:lnTo>
                  <a:pt x="5621" y="11096"/>
                </a:lnTo>
                <a:lnTo>
                  <a:pt x="5694" y="11218"/>
                </a:lnTo>
                <a:lnTo>
                  <a:pt x="5743" y="11364"/>
                </a:lnTo>
                <a:lnTo>
                  <a:pt x="5767" y="11704"/>
                </a:lnTo>
                <a:lnTo>
                  <a:pt x="5791" y="12045"/>
                </a:lnTo>
                <a:lnTo>
                  <a:pt x="5816" y="12215"/>
                </a:lnTo>
                <a:lnTo>
                  <a:pt x="5840" y="12361"/>
                </a:lnTo>
                <a:lnTo>
                  <a:pt x="5864" y="12483"/>
                </a:lnTo>
                <a:lnTo>
                  <a:pt x="5548" y="12459"/>
                </a:lnTo>
                <a:lnTo>
                  <a:pt x="5207" y="12483"/>
                </a:lnTo>
                <a:lnTo>
                  <a:pt x="4988" y="12507"/>
                </a:lnTo>
                <a:lnTo>
                  <a:pt x="4745" y="12532"/>
                </a:lnTo>
                <a:lnTo>
                  <a:pt x="4502" y="12605"/>
                </a:lnTo>
                <a:lnTo>
                  <a:pt x="4404" y="12653"/>
                </a:lnTo>
                <a:lnTo>
                  <a:pt x="4307" y="12702"/>
                </a:lnTo>
                <a:lnTo>
                  <a:pt x="4258" y="12775"/>
                </a:lnTo>
                <a:lnTo>
                  <a:pt x="4210" y="12848"/>
                </a:lnTo>
                <a:lnTo>
                  <a:pt x="4210" y="12945"/>
                </a:lnTo>
                <a:lnTo>
                  <a:pt x="4258" y="13018"/>
                </a:lnTo>
                <a:lnTo>
                  <a:pt x="4356" y="13067"/>
                </a:lnTo>
                <a:lnTo>
                  <a:pt x="4453" y="13115"/>
                </a:lnTo>
                <a:lnTo>
                  <a:pt x="4623" y="13164"/>
                </a:lnTo>
                <a:lnTo>
                  <a:pt x="4842" y="13188"/>
                </a:lnTo>
                <a:lnTo>
                  <a:pt x="5037" y="13188"/>
                </a:lnTo>
                <a:lnTo>
                  <a:pt x="5475" y="13140"/>
                </a:lnTo>
                <a:lnTo>
                  <a:pt x="5670" y="13140"/>
                </a:lnTo>
                <a:lnTo>
                  <a:pt x="5864" y="13188"/>
                </a:lnTo>
                <a:lnTo>
                  <a:pt x="6035" y="13188"/>
                </a:lnTo>
                <a:lnTo>
                  <a:pt x="6205" y="13967"/>
                </a:lnTo>
                <a:lnTo>
                  <a:pt x="5572" y="13991"/>
                </a:lnTo>
                <a:lnTo>
                  <a:pt x="5183" y="13991"/>
                </a:lnTo>
                <a:lnTo>
                  <a:pt x="4988" y="14040"/>
                </a:lnTo>
                <a:lnTo>
                  <a:pt x="4891" y="14064"/>
                </a:lnTo>
                <a:lnTo>
                  <a:pt x="4794" y="14113"/>
                </a:lnTo>
                <a:lnTo>
                  <a:pt x="4745" y="14186"/>
                </a:lnTo>
                <a:lnTo>
                  <a:pt x="4696" y="14283"/>
                </a:lnTo>
                <a:lnTo>
                  <a:pt x="4696" y="14381"/>
                </a:lnTo>
                <a:lnTo>
                  <a:pt x="4721" y="14429"/>
                </a:lnTo>
                <a:lnTo>
                  <a:pt x="4769" y="14454"/>
                </a:lnTo>
                <a:lnTo>
                  <a:pt x="4915" y="14575"/>
                </a:lnTo>
                <a:lnTo>
                  <a:pt x="5110" y="14624"/>
                </a:lnTo>
                <a:lnTo>
                  <a:pt x="5305" y="14673"/>
                </a:lnTo>
                <a:lnTo>
                  <a:pt x="5499" y="14697"/>
                </a:lnTo>
                <a:lnTo>
                  <a:pt x="6327" y="14697"/>
                </a:lnTo>
                <a:lnTo>
                  <a:pt x="6473" y="15378"/>
                </a:lnTo>
                <a:lnTo>
                  <a:pt x="6010" y="15403"/>
                </a:lnTo>
                <a:lnTo>
                  <a:pt x="5645" y="15403"/>
                </a:lnTo>
                <a:lnTo>
                  <a:pt x="5475" y="15427"/>
                </a:lnTo>
                <a:lnTo>
                  <a:pt x="5305" y="15500"/>
                </a:lnTo>
                <a:lnTo>
                  <a:pt x="5256" y="15549"/>
                </a:lnTo>
                <a:lnTo>
                  <a:pt x="5207" y="15597"/>
                </a:lnTo>
                <a:lnTo>
                  <a:pt x="5183" y="15670"/>
                </a:lnTo>
                <a:lnTo>
                  <a:pt x="5183" y="15743"/>
                </a:lnTo>
                <a:lnTo>
                  <a:pt x="5183" y="15816"/>
                </a:lnTo>
                <a:lnTo>
                  <a:pt x="5207" y="15889"/>
                </a:lnTo>
                <a:lnTo>
                  <a:pt x="5256" y="15938"/>
                </a:lnTo>
                <a:lnTo>
                  <a:pt x="5305" y="15987"/>
                </a:lnTo>
                <a:lnTo>
                  <a:pt x="5475" y="16035"/>
                </a:lnTo>
                <a:lnTo>
                  <a:pt x="5645" y="16060"/>
                </a:lnTo>
                <a:lnTo>
                  <a:pt x="6010" y="16084"/>
                </a:lnTo>
                <a:lnTo>
                  <a:pt x="6278" y="16108"/>
                </a:lnTo>
                <a:lnTo>
                  <a:pt x="6448" y="16108"/>
                </a:lnTo>
                <a:lnTo>
                  <a:pt x="6570" y="16084"/>
                </a:lnTo>
                <a:lnTo>
                  <a:pt x="6619" y="16400"/>
                </a:lnTo>
                <a:lnTo>
                  <a:pt x="6643" y="16692"/>
                </a:lnTo>
                <a:lnTo>
                  <a:pt x="6619" y="16838"/>
                </a:lnTo>
                <a:lnTo>
                  <a:pt x="6594" y="16960"/>
                </a:lnTo>
                <a:lnTo>
                  <a:pt x="6521" y="17057"/>
                </a:lnTo>
                <a:lnTo>
                  <a:pt x="6424" y="17130"/>
                </a:lnTo>
                <a:lnTo>
                  <a:pt x="6327" y="17179"/>
                </a:lnTo>
                <a:lnTo>
                  <a:pt x="6205" y="17228"/>
                </a:lnTo>
                <a:lnTo>
                  <a:pt x="5913" y="17252"/>
                </a:lnTo>
                <a:lnTo>
                  <a:pt x="5597" y="17228"/>
                </a:lnTo>
                <a:lnTo>
                  <a:pt x="5305" y="17203"/>
                </a:lnTo>
                <a:lnTo>
                  <a:pt x="4794" y="17130"/>
                </a:lnTo>
                <a:lnTo>
                  <a:pt x="4575" y="17155"/>
                </a:lnTo>
                <a:lnTo>
                  <a:pt x="4307" y="17179"/>
                </a:lnTo>
                <a:lnTo>
                  <a:pt x="4064" y="17203"/>
                </a:lnTo>
                <a:lnTo>
                  <a:pt x="3796" y="17228"/>
                </a:lnTo>
                <a:lnTo>
                  <a:pt x="3553" y="17228"/>
                </a:lnTo>
                <a:lnTo>
                  <a:pt x="3455" y="17203"/>
                </a:lnTo>
                <a:lnTo>
                  <a:pt x="3358" y="17155"/>
                </a:lnTo>
                <a:lnTo>
                  <a:pt x="3261" y="17106"/>
                </a:lnTo>
                <a:lnTo>
                  <a:pt x="3163" y="17033"/>
                </a:lnTo>
                <a:lnTo>
                  <a:pt x="3115" y="16936"/>
                </a:lnTo>
                <a:lnTo>
                  <a:pt x="3042" y="16790"/>
                </a:lnTo>
                <a:lnTo>
                  <a:pt x="2969" y="16571"/>
                </a:lnTo>
                <a:lnTo>
                  <a:pt x="2920" y="16327"/>
                </a:lnTo>
                <a:lnTo>
                  <a:pt x="2847" y="15816"/>
                </a:lnTo>
                <a:lnTo>
                  <a:pt x="2750" y="14819"/>
                </a:lnTo>
                <a:lnTo>
                  <a:pt x="2725" y="14308"/>
                </a:lnTo>
                <a:lnTo>
                  <a:pt x="2677" y="13797"/>
                </a:lnTo>
                <a:lnTo>
                  <a:pt x="2652" y="13286"/>
                </a:lnTo>
                <a:lnTo>
                  <a:pt x="2628" y="12775"/>
                </a:lnTo>
                <a:lnTo>
                  <a:pt x="2506" y="11923"/>
                </a:lnTo>
                <a:lnTo>
                  <a:pt x="2385" y="11047"/>
                </a:lnTo>
                <a:lnTo>
                  <a:pt x="2385" y="11047"/>
                </a:lnTo>
                <a:lnTo>
                  <a:pt x="2823" y="11072"/>
                </a:lnTo>
                <a:lnTo>
                  <a:pt x="3090" y="11072"/>
                </a:lnTo>
                <a:lnTo>
                  <a:pt x="3358" y="11047"/>
                </a:lnTo>
                <a:lnTo>
                  <a:pt x="3407" y="11047"/>
                </a:lnTo>
                <a:lnTo>
                  <a:pt x="3504" y="11023"/>
                </a:lnTo>
                <a:lnTo>
                  <a:pt x="4064" y="10974"/>
                </a:lnTo>
                <a:lnTo>
                  <a:pt x="4331" y="10974"/>
                </a:lnTo>
                <a:lnTo>
                  <a:pt x="4599" y="10999"/>
                </a:lnTo>
                <a:lnTo>
                  <a:pt x="4623" y="11023"/>
                </a:lnTo>
                <a:lnTo>
                  <a:pt x="4672" y="11072"/>
                </a:lnTo>
                <a:lnTo>
                  <a:pt x="4745" y="11096"/>
                </a:lnTo>
                <a:lnTo>
                  <a:pt x="4818" y="11072"/>
                </a:lnTo>
                <a:lnTo>
                  <a:pt x="4867" y="11023"/>
                </a:lnTo>
                <a:lnTo>
                  <a:pt x="4891" y="10974"/>
                </a:lnTo>
                <a:lnTo>
                  <a:pt x="5597" y="10950"/>
                </a:lnTo>
                <a:close/>
                <a:moveTo>
                  <a:pt x="16546" y="0"/>
                </a:moveTo>
                <a:lnTo>
                  <a:pt x="16400" y="49"/>
                </a:lnTo>
                <a:lnTo>
                  <a:pt x="16278" y="122"/>
                </a:lnTo>
                <a:lnTo>
                  <a:pt x="16157" y="195"/>
                </a:lnTo>
                <a:lnTo>
                  <a:pt x="16035" y="292"/>
                </a:lnTo>
                <a:lnTo>
                  <a:pt x="15962" y="414"/>
                </a:lnTo>
                <a:lnTo>
                  <a:pt x="15889" y="414"/>
                </a:lnTo>
                <a:lnTo>
                  <a:pt x="15840" y="438"/>
                </a:lnTo>
                <a:lnTo>
                  <a:pt x="15792" y="487"/>
                </a:lnTo>
                <a:lnTo>
                  <a:pt x="15768" y="560"/>
                </a:lnTo>
                <a:lnTo>
                  <a:pt x="15695" y="803"/>
                </a:lnTo>
                <a:lnTo>
                  <a:pt x="15670" y="1071"/>
                </a:lnTo>
                <a:lnTo>
                  <a:pt x="15597" y="1047"/>
                </a:lnTo>
                <a:lnTo>
                  <a:pt x="15524" y="1071"/>
                </a:lnTo>
                <a:lnTo>
                  <a:pt x="15451" y="1095"/>
                </a:lnTo>
                <a:lnTo>
                  <a:pt x="15403" y="1168"/>
                </a:lnTo>
                <a:lnTo>
                  <a:pt x="15354" y="1266"/>
                </a:lnTo>
                <a:lnTo>
                  <a:pt x="15281" y="1339"/>
                </a:lnTo>
                <a:lnTo>
                  <a:pt x="15111" y="1485"/>
                </a:lnTo>
                <a:lnTo>
                  <a:pt x="14770" y="1728"/>
                </a:lnTo>
                <a:lnTo>
                  <a:pt x="14283" y="2093"/>
                </a:lnTo>
                <a:lnTo>
                  <a:pt x="14040" y="2288"/>
                </a:lnTo>
                <a:lnTo>
                  <a:pt x="13772" y="2434"/>
                </a:lnTo>
                <a:lnTo>
                  <a:pt x="13018" y="2847"/>
                </a:lnTo>
                <a:lnTo>
                  <a:pt x="12264" y="3237"/>
                </a:lnTo>
                <a:lnTo>
                  <a:pt x="11485" y="3577"/>
                </a:lnTo>
                <a:lnTo>
                  <a:pt x="11071" y="3723"/>
                </a:lnTo>
                <a:lnTo>
                  <a:pt x="10682" y="3869"/>
                </a:lnTo>
                <a:lnTo>
                  <a:pt x="9830" y="4137"/>
                </a:lnTo>
                <a:lnTo>
                  <a:pt x="8979" y="4356"/>
                </a:lnTo>
                <a:lnTo>
                  <a:pt x="8103" y="4526"/>
                </a:lnTo>
                <a:lnTo>
                  <a:pt x="7665" y="4575"/>
                </a:lnTo>
                <a:lnTo>
                  <a:pt x="7227" y="4624"/>
                </a:lnTo>
                <a:lnTo>
                  <a:pt x="6570" y="4672"/>
                </a:lnTo>
                <a:lnTo>
                  <a:pt x="5913" y="4697"/>
                </a:lnTo>
                <a:lnTo>
                  <a:pt x="5256" y="4721"/>
                </a:lnTo>
                <a:lnTo>
                  <a:pt x="4623" y="4745"/>
                </a:lnTo>
                <a:lnTo>
                  <a:pt x="4429" y="4697"/>
                </a:lnTo>
                <a:lnTo>
                  <a:pt x="4234" y="4672"/>
                </a:lnTo>
                <a:lnTo>
                  <a:pt x="3869" y="4624"/>
                </a:lnTo>
                <a:lnTo>
                  <a:pt x="3480" y="4648"/>
                </a:lnTo>
                <a:lnTo>
                  <a:pt x="3090" y="4648"/>
                </a:lnTo>
                <a:lnTo>
                  <a:pt x="2652" y="4672"/>
                </a:lnTo>
                <a:lnTo>
                  <a:pt x="2214" y="4721"/>
                </a:lnTo>
                <a:lnTo>
                  <a:pt x="1995" y="4770"/>
                </a:lnTo>
                <a:lnTo>
                  <a:pt x="1801" y="4818"/>
                </a:lnTo>
                <a:lnTo>
                  <a:pt x="1582" y="4916"/>
                </a:lnTo>
                <a:lnTo>
                  <a:pt x="1387" y="5013"/>
                </a:lnTo>
                <a:lnTo>
                  <a:pt x="1192" y="5110"/>
                </a:lnTo>
                <a:lnTo>
                  <a:pt x="1046" y="5232"/>
                </a:lnTo>
                <a:lnTo>
                  <a:pt x="876" y="5378"/>
                </a:lnTo>
                <a:lnTo>
                  <a:pt x="754" y="5524"/>
                </a:lnTo>
                <a:lnTo>
                  <a:pt x="633" y="5670"/>
                </a:lnTo>
                <a:lnTo>
                  <a:pt x="535" y="5840"/>
                </a:lnTo>
                <a:lnTo>
                  <a:pt x="365" y="6205"/>
                </a:lnTo>
                <a:lnTo>
                  <a:pt x="243" y="6570"/>
                </a:lnTo>
                <a:lnTo>
                  <a:pt x="146" y="6959"/>
                </a:lnTo>
                <a:lnTo>
                  <a:pt x="73" y="7373"/>
                </a:lnTo>
                <a:lnTo>
                  <a:pt x="49" y="7762"/>
                </a:lnTo>
                <a:lnTo>
                  <a:pt x="0" y="8200"/>
                </a:lnTo>
                <a:lnTo>
                  <a:pt x="0" y="8614"/>
                </a:lnTo>
                <a:lnTo>
                  <a:pt x="49" y="9028"/>
                </a:lnTo>
                <a:lnTo>
                  <a:pt x="146" y="9417"/>
                </a:lnTo>
                <a:lnTo>
                  <a:pt x="195" y="9612"/>
                </a:lnTo>
                <a:lnTo>
                  <a:pt x="292" y="9806"/>
                </a:lnTo>
                <a:lnTo>
                  <a:pt x="389" y="9977"/>
                </a:lnTo>
                <a:lnTo>
                  <a:pt x="487" y="10147"/>
                </a:lnTo>
                <a:lnTo>
                  <a:pt x="633" y="10293"/>
                </a:lnTo>
                <a:lnTo>
                  <a:pt x="779" y="10439"/>
                </a:lnTo>
                <a:lnTo>
                  <a:pt x="949" y="10585"/>
                </a:lnTo>
                <a:lnTo>
                  <a:pt x="1144" y="10707"/>
                </a:lnTo>
                <a:lnTo>
                  <a:pt x="1363" y="10804"/>
                </a:lnTo>
                <a:lnTo>
                  <a:pt x="1582" y="10901"/>
                </a:lnTo>
                <a:lnTo>
                  <a:pt x="1825" y="10950"/>
                </a:lnTo>
                <a:lnTo>
                  <a:pt x="2068" y="10999"/>
                </a:lnTo>
                <a:lnTo>
                  <a:pt x="2044" y="11242"/>
                </a:lnTo>
                <a:lnTo>
                  <a:pt x="2020" y="11510"/>
                </a:lnTo>
                <a:lnTo>
                  <a:pt x="2044" y="11777"/>
                </a:lnTo>
                <a:lnTo>
                  <a:pt x="2068" y="12021"/>
                </a:lnTo>
                <a:lnTo>
                  <a:pt x="2166" y="12556"/>
                </a:lnTo>
                <a:lnTo>
                  <a:pt x="2190" y="12824"/>
                </a:lnTo>
                <a:lnTo>
                  <a:pt x="2214" y="13067"/>
                </a:lnTo>
                <a:lnTo>
                  <a:pt x="2287" y="14478"/>
                </a:lnTo>
                <a:lnTo>
                  <a:pt x="2336" y="15184"/>
                </a:lnTo>
                <a:lnTo>
                  <a:pt x="2409" y="15914"/>
                </a:lnTo>
                <a:lnTo>
                  <a:pt x="2458" y="16327"/>
                </a:lnTo>
                <a:lnTo>
                  <a:pt x="2506" y="16741"/>
                </a:lnTo>
                <a:lnTo>
                  <a:pt x="2555" y="16960"/>
                </a:lnTo>
                <a:lnTo>
                  <a:pt x="2628" y="17155"/>
                </a:lnTo>
                <a:lnTo>
                  <a:pt x="2725" y="17325"/>
                </a:lnTo>
                <a:lnTo>
                  <a:pt x="2871" y="17495"/>
                </a:lnTo>
                <a:lnTo>
                  <a:pt x="2993" y="17593"/>
                </a:lnTo>
                <a:lnTo>
                  <a:pt x="3090" y="17641"/>
                </a:lnTo>
                <a:lnTo>
                  <a:pt x="3212" y="17714"/>
                </a:lnTo>
                <a:lnTo>
                  <a:pt x="3334" y="17739"/>
                </a:lnTo>
                <a:lnTo>
                  <a:pt x="3601" y="17763"/>
                </a:lnTo>
                <a:lnTo>
                  <a:pt x="3893" y="17763"/>
                </a:lnTo>
                <a:lnTo>
                  <a:pt x="4429" y="17690"/>
                </a:lnTo>
                <a:lnTo>
                  <a:pt x="4696" y="17666"/>
                </a:lnTo>
                <a:lnTo>
                  <a:pt x="4964" y="17666"/>
                </a:lnTo>
                <a:lnTo>
                  <a:pt x="5475" y="17714"/>
                </a:lnTo>
                <a:lnTo>
                  <a:pt x="5743" y="17739"/>
                </a:lnTo>
                <a:lnTo>
                  <a:pt x="6010" y="17763"/>
                </a:lnTo>
                <a:lnTo>
                  <a:pt x="6278" y="17739"/>
                </a:lnTo>
                <a:lnTo>
                  <a:pt x="6521" y="17690"/>
                </a:lnTo>
                <a:lnTo>
                  <a:pt x="6619" y="17641"/>
                </a:lnTo>
                <a:lnTo>
                  <a:pt x="6740" y="17568"/>
                </a:lnTo>
                <a:lnTo>
                  <a:pt x="6838" y="17495"/>
                </a:lnTo>
                <a:lnTo>
                  <a:pt x="6935" y="17398"/>
                </a:lnTo>
                <a:lnTo>
                  <a:pt x="7008" y="17301"/>
                </a:lnTo>
                <a:lnTo>
                  <a:pt x="7057" y="17179"/>
                </a:lnTo>
                <a:lnTo>
                  <a:pt x="7130" y="16960"/>
                </a:lnTo>
                <a:lnTo>
                  <a:pt x="7154" y="16717"/>
                </a:lnTo>
                <a:lnTo>
                  <a:pt x="7154" y="16449"/>
                </a:lnTo>
                <a:lnTo>
                  <a:pt x="7130" y="16181"/>
                </a:lnTo>
                <a:lnTo>
                  <a:pt x="7081" y="15938"/>
                </a:lnTo>
                <a:lnTo>
                  <a:pt x="6984" y="15451"/>
                </a:lnTo>
                <a:lnTo>
                  <a:pt x="6886" y="14770"/>
                </a:lnTo>
                <a:lnTo>
                  <a:pt x="6765" y="14089"/>
                </a:lnTo>
                <a:lnTo>
                  <a:pt x="6497" y="12726"/>
                </a:lnTo>
                <a:lnTo>
                  <a:pt x="6351" y="12167"/>
                </a:lnTo>
                <a:lnTo>
                  <a:pt x="6302" y="11875"/>
                </a:lnTo>
                <a:lnTo>
                  <a:pt x="6254" y="11583"/>
                </a:lnTo>
                <a:lnTo>
                  <a:pt x="6229" y="11291"/>
                </a:lnTo>
                <a:lnTo>
                  <a:pt x="6205" y="11120"/>
                </a:lnTo>
                <a:lnTo>
                  <a:pt x="6181" y="10974"/>
                </a:lnTo>
                <a:lnTo>
                  <a:pt x="6789" y="11096"/>
                </a:lnTo>
                <a:lnTo>
                  <a:pt x="7397" y="11218"/>
                </a:lnTo>
                <a:lnTo>
                  <a:pt x="10341" y="11826"/>
                </a:lnTo>
                <a:lnTo>
                  <a:pt x="10560" y="11875"/>
                </a:lnTo>
                <a:lnTo>
                  <a:pt x="10755" y="11923"/>
                </a:lnTo>
                <a:lnTo>
                  <a:pt x="11169" y="12094"/>
                </a:lnTo>
                <a:lnTo>
                  <a:pt x="11972" y="12459"/>
                </a:lnTo>
                <a:lnTo>
                  <a:pt x="13456" y="13115"/>
                </a:lnTo>
                <a:lnTo>
                  <a:pt x="14040" y="13407"/>
                </a:lnTo>
                <a:lnTo>
                  <a:pt x="14332" y="13553"/>
                </a:lnTo>
                <a:lnTo>
                  <a:pt x="14624" y="13748"/>
                </a:lnTo>
                <a:lnTo>
                  <a:pt x="14892" y="13943"/>
                </a:lnTo>
                <a:lnTo>
                  <a:pt x="15135" y="14162"/>
                </a:lnTo>
                <a:lnTo>
                  <a:pt x="15354" y="14381"/>
                </a:lnTo>
                <a:lnTo>
                  <a:pt x="15549" y="14648"/>
                </a:lnTo>
                <a:lnTo>
                  <a:pt x="15622" y="14721"/>
                </a:lnTo>
                <a:lnTo>
                  <a:pt x="15622" y="14940"/>
                </a:lnTo>
                <a:lnTo>
                  <a:pt x="15646" y="15062"/>
                </a:lnTo>
                <a:lnTo>
                  <a:pt x="15695" y="15159"/>
                </a:lnTo>
                <a:lnTo>
                  <a:pt x="15792" y="15208"/>
                </a:lnTo>
                <a:lnTo>
                  <a:pt x="15889" y="15232"/>
                </a:lnTo>
                <a:lnTo>
                  <a:pt x="16084" y="15427"/>
                </a:lnTo>
                <a:lnTo>
                  <a:pt x="16205" y="15500"/>
                </a:lnTo>
                <a:lnTo>
                  <a:pt x="16303" y="15573"/>
                </a:lnTo>
                <a:lnTo>
                  <a:pt x="16449" y="15622"/>
                </a:lnTo>
                <a:lnTo>
                  <a:pt x="16570" y="15646"/>
                </a:lnTo>
                <a:lnTo>
                  <a:pt x="16716" y="15670"/>
                </a:lnTo>
                <a:lnTo>
                  <a:pt x="16862" y="15646"/>
                </a:lnTo>
                <a:lnTo>
                  <a:pt x="16984" y="15622"/>
                </a:lnTo>
                <a:lnTo>
                  <a:pt x="17081" y="15573"/>
                </a:lnTo>
                <a:lnTo>
                  <a:pt x="17179" y="15500"/>
                </a:lnTo>
                <a:lnTo>
                  <a:pt x="17276" y="15427"/>
                </a:lnTo>
                <a:lnTo>
                  <a:pt x="17349" y="15330"/>
                </a:lnTo>
                <a:lnTo>
                  <a:pt x="17398" y="15232"/>
                </a:lnTo>
                <a:lnTo>
                  <a:pt x="17495" y="14989"/>
                </a:lnTo>
                <a:lnTo>
                  <a:pt x="17568" y="14721"/>
                </a:lnTo>
                <a:lnTo>
                  <a:pt x="17617" y="14478"/>
                </a:lnTo>
                <a:lnTo>
                  <a:pt x="17690" y="14016"/>
                </a:lnTo>
                <a:lnTo>
                  <a:pt x="17714" y="13651"/>
                </a:lnTo>
                <a:lnTo>
                  <a:pt x="17738" y="13261"/>
                </a:lnTo>
                <a:lnTo>
                  <a:pt x="17763" y="12507"/>
                </a:lnTo>
                <a:lnTo>
                  <a:pt x="17714" y="10974"/>
                </a:lnTo>
                <a:lnTo>
                  <a:pt x="17714" y="10123"/>
                </a:lnTo>
                <a:lnTo>
                  <a:pt x="17860" y="10098"/>
                </a:lnTo>
                <a:lnTo>
                  <a:pt x="17982" y="10001"/>
                </a:lnTo>
                <a:lnTo>
                  <a:pt x="18128" y="9904"/>
                </a:lnTo>
                <a:lnTo>
                  <a:pt x="18249" y="9782"/>
                </a:lnTo>
                <a:lnTo>
                  <a:pt x="18493" y="9514"/>
                </a:lnTo>
                <a:lnTo>
                  <a:pt x="18687" y="9271"/>
                </a:lnTo>
                <a:lnTo>
                  <a:pt x="18785" y="9101"/>
                </a:lnTo>
                <a:lnTo>
                  <a:pt x="18858" y="8906"/>
                </a:lnTo>
                <a:lnTo>
                  <a:pt x="18906" y="8711"/>
                </a:lnTo>
                <a:lnTo>
                  <a:pt x="18931" y="8517"/>
                </a:lnTo>
                <a:lnTo>
                  <a:pt x="18955" y="8103"/>
                </a:lnTo>
                <a:lnTo>
                  <a:pt x="18955" y="7714"/>
                </a:lnTo>
                <a:lnTo>
                  <a:pt x="18931" y="7373"/>
                </a:lnTo>
                <a:lnTo>
                  <a:pt x="18858" y="7057"/>
                </a:lnTo>
                <a:lnTo>
                  <a:pt x="18760" y="6740"/>
                </a:lnTo>
                <a:lnTo>
                  <a:pt x="18614" y="6448"/>
                </a:lnTo>
                <a:lnTo>
                  <a:pt x="18541" y="6327"/>
                </a:lnTo>
                <a:lnTo>
                  <a:pt x="18420" y="6205"/>
                </a:lnTo>
                <a:lnTo>
                  <a:pt x="18322" y="6083"/>
                </a:lnTo>
                <a:lnTo>
                  <a:pt x="18201" y="5986"/>
                </a:lnTo>
                <a:lnTo>
                  <a:pt x="18055" y="5889"/>
                </a:lnTo>
                <a:lnTo>
                  <a:pt x="17909" y="5840"/>
                </a:lnTo>
                <a:lnTo>
                  <a:pt x="17763" y="5767"/>
                </a:lnTo>
                <a:lnTo>
                  <a:pt x="17592" y="5743"/>
                </a:lnTo>
                <a:lnTo>
                  <a:pt x="17568" y="4697"/>
                </a:lnTo>
                <a:lnTo>
                  <a:pt x="17592" y="3942"/>
                </a:lnTo>
                <a:lnTo>
                  <a:pt x="17617" y="3164"/>
                </a:lnTo>
                <a:lnTo>
                  <a:pt x="17641" y="2409"/>
                </a:lnTo>
                <a:lnTo>
                  <a:pt x="17641" y="1631"/>
                </a:lnTo>
                <a:lnTo>
                  <a:pt x="17617" y="1193"/>
                </a:lnTo>
                <a:lnTo>
                  <a:pt x="17592" y="949"/>
                </a:lnTo>
                <a:lnTo>
                  <a:pt x="17519" y="730"/>
                </a:lnTo>
                <a:lnTo>
                  <a:pt x="17446" y="511"/>
                </a:lnTo>
                <a:lnTo>
                  <a:pt x="17325" y="317"/>
                </a:lnTo>
                <a:lnTo>
                  <a:pt x="17252" y="219"/>
                </a:lnTo>
                <a:lnTo>
                  <a:pt x="17179" y="146"/>
                </a:lnTo>
                <a:lnTo>
                  <a:pt x="17081" y="98"/>
                </a:lnTo>
                <a:lnTo>
                  <a:pt x="16984" y="49"/>
                </a:lnTo>
                <a:lnTo>
                  <a:pt x="168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3973489" y="1407706"/>
            <a:ext cx="186685" cy="460550"/>
          </a:xfrm>
          <a:custGeom>
            <a:avLst/>
            <a:gdLst/>
            <a:ahLst/>
            <a:cxnLst/>
            <a:rect l="l" t="t" r="r" b="b"/>
            <a:pathLst>
              <a:path w="8542" h="21073" extrusionOk="0">
                <a:moveTo>
                  <a:pt x="4478" y="487"/>
                </a:moveTo>
                <a:lnTo>
                  <a:pt x="4673" y="536"/>
                </a:lnTo>
                <a:lnTo>
                  <a:pt x="4600" y="584"/>
                </a:lnTo>
                <a:lnTo>
                  <a:pt x="4527" y="657"/>
                </a:lnTo>
                <a:lnTo>
                  <a:pt x="4527" y="730"/>
                </a:lnTo>
                <a:lnTo>
                  <a:pt x="4527" y="755"/>
                </a:lnTo>
                <a:lnTo>
                  <a:pt x="4697" y="755"/>
                </a:lnTo>
                <a:lnTo>
                  <a:pt x="4819" y="730"/>
                </a:lnTo>
                <a:lnTo>
                  <a:pt x="4892" y="682"/>
                </a:lnTo>
                <a:lnTo>
                  <a:pt x="4965" y="633"/>
                </a:lnTo>
                <a:lnTo>
                  <a:pt x="5038" y="682"/>
                </a:lnTo>
                <a:lnTo>
                  <a:pt x="4965" y="730"/>
                </a:lnTo>
                <a:lnTo>
                  <a:pt x="4916" y="779"/>
                </a:lnTo>
                <a:lnTo>
                  <a:pt x="4819" y="925"/>
                </a:lnTo>
                <a:lnTo>
                  <a:pt x="4819" y="949"/>
                </a:lnTo>
                <a:lnTo>
                  <a:pt x="4843" y="974"/>
                </a:lnTo>
                <a:lnTo>
                  <a:pt x="4867" y="998"/>
                </a:lnTo>
                <a:lnTo>
                  <a:pt x="4892" y="974"/>
                </a:lnTo>
                <a:lnTo>
                  <a:pt x="5038" y="876"/>
                </a:lnTo>
                <a:lnTo>
                  <a:pt x="5111" y="828"/>
                </a:lnTo>
                <a:lnTo>
                  <a:pt x="5208" y="803"/>
                </a:lnTo>
                <a:lnTo>
                  <a:pt x="5330" y="901"/>
                </a:lnTo>
                <a:lnTo>
                  <a:pt x="5451" y="1022"/>
                </a:lnTo>
                <a:lnTo>
                  <a:pt x="5281" y="1120"/>
                </a:lnTo>
                <a:lnTo>
                  <a:pt x="5208" y="1193"/>
                </a:lnTo>
                <a:lnTo>
                  <a:pt x="5111" y="1266"/>
                </a:lnTo>
                <a:lnTo>
                  <a:pt x="4965" y="1436"/>
                </a:lnTo>
                <a:lnTo>
                  <a:pt x="4965" y="1460"/>
                </a:lnTo>
                <a:lnTo>
                  <a:pt x="4965" y="1485"/>
                </a:lnTo>
                <a:lnTo>
                  <a:pt x="5013" y="1485"/>
                </a:lnTo>
                <a:lnTo>
                  <a:pt x="5111" y="1436"/>
                </a:lnTo>
                <a:lnTo>
                  <a:pt x="5208" y="1387"/>
                </a:lnTo>
                <a:lnTo>
                  <a:pt x="5403" y="1314"/>
                </a:lnTo>
                <a:lnTo>
                  <a:pt x="5573" y="1217"/>
                </a:lnTo>
                <a:lnTo>
                  <a:pt x="5695" y="1412"/>
                </a:lnTo>
                <a:lnTo>
                  <a:pt x="5768" y="1631"/>
                </a:lnTo>
                <a:lnTo>
                  <a:pt x="5719" y="1631"/>
                </a:lnTo>
                <a:lnTo>
                  <a:pt x="5597" y="1679"/>
                </a:lnTo>
                <a:lnTo>
                  <a:pt x="5451" y="1728"/>
                </a:lnTo>
                <a:lnTo>
                  <a:pt x="5184" y="1874"/>
                </a:lnTo>
                <a:lnTo>
                  <a:pt x="4989" y="1996"/>
                </a:lnTo>
                <a:lnTo>
                  <a:pt x="4892" y="2069"/>
                </a:lnTo>
                <a:lnTo>
                  <a:pt x="4819" y="2166"/>
                </a:lnTo>
                <a:lnTo>
                  <a:pt x="4819" y="2190"/>
                </a:lnTo>
                <a:lnTo>
                  <a:pt x="4843" y="2215"/>
                </a:lnTo>
                <a:lnTo>
                  <a:pt x="4940" y="2239"/>
                </a:lnTo>
                <a:lnTo>
                  <a:pt x="5038" y="2239"/>
                </a:lnTo>
                <a:lnTo>
                  <a:pt x="5232" y="2166"/>
                </a:lnTo>
                <a:lnTo>
                  <a:pt x="5524" y="2069"/>
                </a:lnTo>
                <a:lnTo>
                  <a:pt x="5816" y="1947"/>
                </a:lnTo>
                <a:lnTo>
                  <a:pt x="5841" y="1947"/>
                </a:lnTo>
                <a:lnTo>
                  <a:pt x="5841" y="1971"/>
                </a:lnTo>
                <a:lnTo>
                  <a:pt x="5841" y="2142"/>
                </a:lnTo>
                <a:lnTo>
                  <a:pt x="5816" y="2312"/>
                </a:lnTo>
                <a:lnTo>
                  <a:pt x="5743" y="2312"/>
                </a:lnTo>
                <a:lnTo>
                  <a:pt x="5622" y="2361"/>
                </a:lnTo>
                <a:lnTo>
                  <a:pt x="5476" y="2385"/>
                </a:lnTo>
                <a:lnTo>
                  <a:pt x="5208" y="2434"/>
                </a:lnTo>
                <a:lnTo>
                  <a:pt x="4916" y="2507"/>
                </a:lnTo>
                <a:lnTo>
                  <a:pt x="4794" y="2555"/>
                </a:lnTo>
                <a:lnTo>
                  <a:pt x="4648" y="2604"/>
                </a:lnTo>
                <a:lnTo>
                  <a:pt x="4648" y="2653"/>
                </a:lnTo>
                <a:lnTo>
                  <a:pt x="4673" y="2653"/>
                </a:lnTo>
                <a:lnTo>
                  <a:pt x="5208" y="2701"/>
                </a:lnTo>
                <a:lnTo>
                  <a:pt x="5476" y="2701"/>
                </a:lnTo>
                <a:lnTo>
                  <a:pt x="5719" y="2653"/>
                </a:lnTo>
                <a:lnTo>
                  <a:pt x="5646" y="2847"/>
                </a:lnTo>
                <a:lnTo>
                  <a:pt x="5524" y="3042"/>
                </a:lnTo>
                <a:lnTo>
                  <a:pt x="4697" y="3042"/>
                </a:lnTo>
                <a:lnTo>
                  <a:pt x="4624" y="3018"/>
                </a:lnTo>
                <a:lnTo>
                  <a:pt x="4575" y="2993"/>
                </a:lnTo>
                <a:lnTo>
                  <a:pt x="4551" y="2993"/>
                </a:lnTo>
                <a:lnTo>
                  <a:pt x="4551" y="3018"/>
                </a:lnTo>
                <a:lnTo>
                  <a:pt x="4600" y="3091"/>
                </a:lnTo>
                <a:lnTo>
                  <a:pt x="4673" y="3164"/>
                </a:lnTo>
                <a:lnTo>
                  <a:pt x="4746" y="3212"/>
                </a:lnTo>
                <a:lnTo>
                  <a:pt x="4843" y="3261"/>
                </a:lnTo>
                <a:lnTo>
                  <a:pt x="5086" y="3310"/>
                </a:lnTo>
                <a:lnTo>
                  <a:pt x="5330" y="3310"/>
                </a:lnTo>
                <a:lnTo>
                  <a:pt x="5159" y="3456"/>
                </a:lnTo>
                <a:lnTo>
                  <a:pt x="4989" y="3577"/>
                </a:lnTo>
                <a:lnTo>
                  <a:pt x="4892" y="3529"/>
                </a:lnTo>
                <a:lnTo>
                  <a:pt x="4746" y="3504"/>
                </a:lnTo>
                <a:lnTo>
                  <a:pt x="4259" y="3504"/>
                </a:lnTo>
                <a:lnTo>
                  <a:pt x="4235" y="3529"/>
                </a:lnTo>
                <a:lnTo>
                  <a:pt x="4210" y="3577"/>
                </a:lnTo>
                <a:lnTo>
                  <a:pt x="4210" y="3626"/>
                </a:lnTo>
                <a:lnTo>
                  <a:pt x="4235" y="3699"/>
                </a:lnTo>
                <a:lnTo>
                  <a:pt x="4283" y="3748"/>
                </a:lnTo>
                <a:lnTo>
                  <a:pt x="4429" y="3796"/>
                </a:lnTo>
                <a:lnTo>
                  <a:pt x="4283" y="3821"/>
                </a:lnTo>
                <a:lnTo>
                  <a:pt x="3967" y="3821"/>
                </a:lnTo>
                <a:lnTo>
                  <a:pt x="3821" y="3772"/>
                </a:lnTo>
                <a:lnTo>
                  <a:pt x="3675" y="3723"/>
                </a:lnTo>
                <a:lnTo>
                  <a:pt x="3529" y="3650"/>
                </a:lnTo>
                <a:lnTo>
                  <a:pt x="3407" y="3577"/>
                </a:lnTo>
                <a:lnTo>
                  <a:pt x="3310" y="3456"/>
                </a:lnTo>
                <a:lnTo>
                  <a:pt x="3213" y="3358"/>
                </a:lnTo>
                <a:lnTo>
                  <a:pt x="3115" y="3237"/>
                </a:lnTo>
                <a:lnTo>
                  <a:pt x="2969" y="2945"/>
                </a:lnTo>
                <a:lnTo>
                  <a:pt x="2848" y="2653"/>
                </a:lnTo>
                <a:lnTo>
                  <a:pt x="2775" y="2361"/>
                </a:lnTo>
                <a:lnTo>
                  <a:pt x="2750" y="2069"/>
                </a:lnTo>
                <a:lnTo>
                  <a:pt x="2750" y="1898"/>
                </a:lnTo>
                <a:lnTo>
                  <a:pt x="2775" y="1728"/>
                </a:lnTo>
                <a:lnTo>
                  <a:pt x="2823" y="1558"/>
                </a:lnTo>
                <a:lnTo>
                  <a:pt x="2896" y="1412"/>
                </a:lnTo>
                <a:lnTo>
                  <a:pt x="3067" y="1120"/>
                </a:lnTo>
                <a:lnTo>
                  <a:pt x="3261" y="852"/>
                </a:lnTo>
                <a:lnTo>
                  <a:pt x="3359" y="755"/>
                </a:lnTo>
                <a:lnTo>
                  <a:pt x="3480" y="682"/>
                </a:lnTo>
                <a:lnTo>
                  <a:pt x="3699" y="560"/>
                </a:lnTo>
                <a:lnTo>
                  <a:pt x="3772" y="584"/>
                </a:lnTo>
                <a:lnTo>
                  <a:pt x="3845" y="560"/>
                </a:lnTo>
                <a:lnTo>
                  <a:pt x="4064" y="511"/>
                </a:lnTo>
                <a:lnTo>
                  <a:pt x="4259" y="487"/>
                </a:lnTo>
                <a:close/>
                <a:moveTo>
                  <a:pt x="4600" y="4818"/>
                </a:moveTo>
                <a:lnTo>
                  <a:pt x="4940" y="4842"/>
                </a:lnTo>
                <a:lnTo>
                  <a:pt x="4746" y="4915"/>
                </a:lnTo>
                <a:lnTo>
                  <a:pt x="4600" y="5037"/>
                </a:lnTo>
                <a:lnTo>
                  <a:pt x="4600" y="5061"/>
                </a:lnTo>
                <a:lnTo>
                  <a:pt x="4600" y="5086"/>
                </a:lnTo>
                <a:lnTo>
                  <a:pt x="4624" y="5110"/>
                </a:lnTo>
                <a:lnTo>
                  <a:pt x="4648" y="5134"/>
                </a:lnTo>
                <a:lnTo>
                  <a:pt x="4770" y="5110"/>
                </a:lnTo>
                <a:lnTo>
                  <a:pt x="4867" y="5086"/>
                </a:lnTo>
                <a:lnTo>
                  <a:pt x="5086" y="5013"/>
                </a:lnTo>
                <a:lnTo>
                  <a:pt x="5305" y="4964"/>
                </a:lnTo>
                <a:lnTo>
                  <a:pt x="5403" y="4940"/>
                </a:lnTo>
                <a:lnTo>
                  <a:pt x="5500" y="4915"/>
                </a:lnTo>
                <a:lnTo>
                  <a:pt x="5573" y="4940"/>
                </a:lnTo>
                <a:lnTo>
                  <a:pt x="5719" y="4964"/>
                </a:lnTo>
                <a:lnTo>
                  <a:pt x="5695" y="4988"/>
                </a:lnTo>
                <a:lnTo>
                  <a:pt x="5427" y="5086"/>
                </a:lnTo>
                <a:lnTo>
                  <a:pt x="5281" y="5159"/>
                </a:lnTo>
                <a:lnTo>
                  <a:pt x="5232" y="5207"/>
                </a:lnTo>
                <a:lnTo>
                  <a:pt x="5184" y="5256"/>
                </a:lnTo>
                <a:lnTo>
                  <a:pt x="5208" y="5280"/>
                </a:lnTo>
                <a:lnTo>
                  <a:pt x="5281" y="5329"/>
                </a:lnTo>
                <a:lnTo>
                  <a:pt x="5403" y="5353"/>
                </a:lnTo>
                <a:lnTo>
                  <a:pt x="5524" y="5353"/>
                </a:lnTo>
                <a:lnTo>
                  <a:pt x="5622" y="5329"/>
                </a:lnTo>
                <a:lnTo>
                  <a:pt x="5938" y="5256"/>
                </a:lnTo>
                <a:lnTo>
                  <a:pt x="6254" y="5183"/>
                </a:lnTo>
                <a:lnTo>
                  <a:pt x="6425" y="5305"/>
                </a:lnTo>
                <a:lnTo>
                  <a:pt x="6254" y="5329"/>
                </a:lnTo>
                <a:lnTo>
                  <a:pt x="6035" y="5378"/>
                </a:lnTo>
                <a:lnTo>
                  <a:pt x="5841" y="5451"/>
                </a:lnTo>
                <a:lnTo>
                  <a:pt x="5743" y="5475"/>
                </a:lnTo>
                <a:lnTo>
                  <a:pt x="5670" y="5548"/>
                </a:lnTo>
                <a:lnTo>
                  <a:pt x="5573" y="5597"/>
                </a:lnTo>
                <a:lnTo>
                  <a:pt x="5500" y="5645"/>
                </a:lnTo>
                <a:lnTo>
                  <a:pt x="5476" y="5670"/>
                </a:lnTo>
                <a:lnTo>
                  <a:pt x="5500" y="5694"/>
                </a:lnTo>
                <a:lnTo>
                  <a:pt x="5573" y="5694"/>
                </a:lnTo>
                <a:lnTo>
                  <a:pt x="5622" y="5718"/>
                </a:lnTo>
                <a:lnTo>
                  <a:pt x="5670" y="5718"/>
                </a:lnTo>
                <a:lnTo>
                  <a:pt x="5743" y="5743"/>
                </a:lnTo>
                <a:lnTo>
                  <a:pt x="5889" y="5718"/>
                </a:lnTo>
                <a:lnTo>
                  <a:pt x="6035" y="5694"/>
                </a:lnTo>
                <a:lnTo>
                  <a:pt x="6230" y="5645"/>
                </a:lnTo>
                <a:lnTo>
                  <a:pt x="6400" y="5621"/>
                </a:lnTo>
                <a:lnTo>
                  <a:pt x="6571" y="5621"/>
                </a:lnTo>
                <a:lnTo>
                  <a:pt x="6668" y="5645"/>
                </a:lnTo>
                <a:lnTo>
                  <a:pt x="6741" y="5670"/>
                </a:lnTo>
                <a:lnTo>
                  <a:pt x="6668" y="5694"/>
                </a:lnTo>
                <a:lnTo>
                  <a:pt x="6498" y="5718"/>
                </a:lnTo>
                <a:lnTo>
                  <a:pt x="6352" y="5767"/>
                </a:lnTo>
                <a:lnTo>
                  <a:pt x="6206" y="5840"/>
                </a:lnTo>
                <a:lnTo>
                  <a:pt x="6133" y="5913"/>
                </a:lnTo>
                <a:lnTo>
                  <a:pt x="6108" y="5962"/>
                </a:lnTo>
                <a:lnTo>
                  <a:pt x="6084" y="6010"/>
                </a:lnTo>
                <a:lnTo>
                  <a:pt x="6108" y="6059"/>
                </a:lnTo>
                <a:lnTo>
                  <a:pt x="6133" y="6083"/>
                </a:lnTo>
                <a:lnTo>
                  <a:pt x="6181" y="6108"/>
                </a:lnTo>
                <a:lnTo>
                  <a:pt x="6279" y="6108"/>
                </a:lnTo>
                <a:lnTo>
                  <a:pt x="6400" y="6083"/>
                </a:lnTo>
                <a:lnTo>
                  <a:pt x="6619" y="6010"/>
                </a:lnTo>
                <a:lnTo>
                  <a:pt x="7130" y="6010"/>
                </a:lnTo>
                <a:lnTo>
                  <a:pt x="7203" y="6108"/>
                </a:lnTo>
                <a:lnTo>
                  <a:pt x="7276" y="6229"/>
                </a:lnTo>
                <a:lnTo>
                  <a:pt x="7106" y="6278"/>
                </a:lnTo>
                <a:lnTo>
                  <a:pt x="6936" y="6351"/>
                </a:lnTo>
                <a:lnTo>
                  <a:pt x="6790" y="6473"/>
                </a:lnTo>
                <a:lnTo>
                  <a:pt x="6668" y="6594"/>
                </a:lnTo>
                <a:lnTo>
                  <a:pt x="6668" y="6619"/>
                </a:lnTo>
                <a:lnTo>
                  <a:pt x="6887" y="6619"/>
                </a:lnTo>
                <a:lnTo>
                  <a:pt x="7082" y="6594"/>
                </a:lnTo>
                <a:lnTo>
                  <a:pt x="7471" y="6570"/>
                </a:lnTo>
                <a:lnTo>
                  <a:pt x="7544" y="6765"/>
                </a:lnTo>
                <a:lnTo>
                  <a:pt x="7130" y="6862"/>
                </a:lnTo>
                <a:lnTo>
                  <a:pt x="6984" y="6935"/>
                </a:lnTo>
                <a:lnTo>
                  <a:pt x="6936" y="6959"/>
                </a:lnTo>
                <a:lnTo>
                  <a:pt x="6911" y="6984"/>
                </a:lnTo>
                <a:lnTo>
                  <a:pt x="6960" y="7057"/>
                </a:lnTo>
                <a:lnTo>
                  <a:pt x="7033" y="7081"/>
                </a:lnTo>
                <a:lnTo>
                  <a:pt x="7106" y="7105"/>
                </a:lnTo>
                <a:lnTo>
                  <a:pt x="7203" y="7105"/>
                </a:lnTo>
                <a:lnTo>
                  <a:pt x="7422" y="7081"/>
                </a:lnTo>
                <a:lnTo>
                  <a:pt x="7641" y="7032"/>
                </a:lnTo>
                <a:lnTo>
                  <a:pt x="7714" y="7227"/>
                </a:lnTo>
                <a:lnTo>
                  <a:pt x="7544" y="7276"/>
                </a:lnTo>
                <a:lnTo>
                  <a:pt x="7349" y="7349"/>
                </a:lnTo>
                <a:lnTo>
                  <a:pt x="7203" y="7422"/>
                </a:lnTo>
                <a:lnTo>
                  <a:pt x="7155" y="7470"/>
                </a:lnTo>
                <a:lnTo>
                  <a:pt x="7106" y="7543"/>
                </a:lnTo>
                <a:lnTo>
                  <a:pt x="7106" y="7568"/>
                </a:lnTo>
                <a:lnTo>
                  <a:pt x="7106" y="7592"/>
                </a:lnTo>
                <a:lnTo>
                  <a:pt x="7130" y="7616"/>
                </a:lnTo>
                <a:lnTo>
                  <a:pt x="7155" y="7616"/>
                </a:lnTo>
                <a:lnTo>
                  <a:pt x="7228" y="7568"/>
                </a:lnTo>
                <a:lnTo>
                  <a:pt x="7325" y="7543"/>
                </a:lnTo>
                <a:lnTo>
                  <a:pt x="7495" y="7519"/>
                </a:lnTo>
                <a:lnTo>
                  <a:pt x="7763" y="7470"/>
                </a:lnTo>
                <a:lnTo>
                  <a:pt x="7836" y="7762"/>
                </a:lnTo>
                <a:lnTo>
                  <a:pt x="7812" y="7787"/>
                </a:lnTo>
                <a:lnTo>
                  <a:pt x="7568" y="7811"/>
                </a:lnTo>
                <a:lnTo>
                  <a:pt x="7349" y="7884"/>
                </a:lnTo>
                <a:lnTo>
                  <a:pt x="7301" y="7933"/>
                </a:lnTo>
                <a:lnTo>
                  <a:pt x="7301" y="7981"/>
                </a:lnTo>
                <a:lnTo>
                  <a:pt x="7301" y="8030"/>
                </a:lnTo>
                <a:lnTo>
                  <a:pt x="7349" y="8054"/>
                </a:lnTo>
                <a:lnTo>
                  <a:pt x="7447" y="8079"/>
                </a:lnTo>
                <a:lnTo>
                  <a:pt x="7568" y="8079"/>
                </a:lnTo>
                <a:lnTo>
                  <a:pt x="7763" y="8054"/>
                </a:lnTo>
                <a:lnTo>
                  <a:pt x="7885" y="8030"/>
                </a:lnTo>
                <a:lnTo>
                  <a:pt x="7933" y="8273"/>
                </a:lnTo>
                <a:lnTo>
                  <a:pt x="7690" y="8346"/>
                </a:lnTo>
                <a:lnTo>
                  <a:pt x="7593" y="8395"/>
                </a:lnTo>
                <a:lnTo>
                  <a:pt x="7495" y="8468"/>
                </a:lnTo>
                <a:lnTo>
                  <a:pt x="7495" y="8492"/>
                </a:lnTo>
                <a:lnTo>
                  <a:pt x="7739" y="8541"/>
                </a:lnTo>
                <a:lnTo>
                  <a:pt x="7958" y="8541"/>
                </a:lnTo>
                <a:lnTo>
                  <a:pt x="7982" y="8809"/>
                </a:lnTo>
                <a:lnTo>
                  <a:pt x="7860" y="8833"/>
                </a:lnTo>
                <a:lnTo>
                  <a:pt x="7739" y="8857"/>
                </a:lnTo>
                <a:lnTo>
                  <a:pt x="7641" y="8930"/>
                </a:lnTo>
                <a:lnTo>
                  <a:pt x="7568" y="9003"/>
                </a:lnTo>
                <a:lnTo>
                  <a:pt x="7544" y="9052"/>
                </a:lnTo>
                <a:lnTo>
                  <a:pt x="7568" y="9101"/>
                </a:lnTo>
                <a:lnTo>
                  <a:pt x="7690" y="9125"/>
                </a:lnTo>
                <a:lnTo>
                  <a:pt x="7787" y="9125"/>
                </a:lnTo>
                <a:lnTo>
                  <a:pt x="8006" y="9101"/>
                </a:lnTo>
                <a:lnTo>
                  <a:pt x="8006" y="9320"/>
                </a:lnTo>
                <a:lnTo>
                  <a:pt x="7933" y="9344"/>
                </a:lnTo>
                <a:lnTo>
                  <a:pt x="7860" y="9368"/>
                </a:lnTo>
                <a:lnTo>
                  <a:pt x="7787" y="9417"/>
                </a:lnTo>
                <a:lnTo>
                  <a:pt x="7666" y="9490"/>
                </a:lnTo>
                <a:lnTo>
                  <a:pt x="7641" y="9539"/>
                </a:lnTo>
                <a:lnTo>
                  <a:pt x="7666" y="9563"/>
                </a:lnTo>
                <a:lnTo>
                  <a:pt x="7787" y="9587"/>
                </a:lnTo>
                <a:lnTo>
                  <a:pt x="7933" y="9612"/>
                </a:lnTo>
                <a:lnTo>
                  <a:pt x="8031" y="9612"/>
                </a:lnTo>
                <a:lnTo>
                  <a:pt x="8031" y="9855"/>
                </a:lnTo>
                <a:lnTo>
                  <a:pt x="7909" y="9879"/>
                </a:lnTo>
                <a:lnTo>
                  <a:pt x="7787" y="9928"/>
                </a:lnTo>
                <a:lnTo>
                  <a:pt x="7690" y="10001"/>
                </a:lnTo>
                <a:lnTo>
                  <a:pt x="7666" y="10025"/>
                </a:lnTo>
                <a:lnTo>
                  <a:pt x="7666" y="10050"/>
                </a:lnTo>
                <a:lnTo>
                  <a:pt x="7714" y="10098"/>
                </a:lnTo>
                <a:lnTo>
                  <a:pt x="8031" y="10098"/>
                </a:lnTo>
                <a:lnTo>
                  <a:pt x="8006" y="10415"/>
                </a:lnTo>
                <a:lnTo>
                  <a:pt x="7885" y="10439"/>
                </a:lnTo>
                <a:lnTo>
                  <a:pt x="7739" y="10488"/>
                </a:lnTo>
                <a:lnTo>
                  <a:pt x="7714" y="10512"/>
                </a:lnTo>
                <a:lnTo>
                  <a:pt x="7714" y="10536"/>
                </a:lnTo>
                <a:lnTo>
                  <a:pt x="7739" y="10585"/>
                </a:lnTo>
                <a:lnTo>
                  <a:pt x="7763" y="10609"/>
                </a:lnTo>
                <a:lnTo>
                  <a:pt x="7885" y="10634"/>
                </a:lnTo>
                <a:lnTo>
                  <a:pt x="7982" y="10634"/>
                </a:lnTo>
                <a:lnTo>
                  <a:pt x="7958" y="10901"/>
                </a:lnTo>
                <a:lnTo>
                  <a:pt x="7909" y="10926"/>
                </a:lnTo>
                <a:lnTo>
                  <a:pt x="7860" y="10926"/>
                </a:lnTo>
                <a:lnTo>
                  <a:pt x="7812" y="10950"/>
                </a:lnTo>
                <a:lnTo>
                  <a:pt x="7787" y="10950"/>
                </a:lnTo>
                <a:lnTo>
                  <a:pt x="7787" y="10999"/>
                </a:lnTo>
                <a:lnTo>
                  <a:pt x="7860" y="11047"/>
                </a:lnTo>
                <a:lnTo>
                  <a:pt x="7933" y="11072"/>
                </a:lnTo>
                <a:lnTo>
                  <a:pt x="7958" y="11145"/>
                </a:lnTo>
                <a:lnTo>
                  <a:pt x="7982" y="11193"/>
                </a:lnTo>
                <a:lnTo>
                  <a:pt x="8079" y="11266"/>
                </a:lnTo>
                <a:lnTo>
                  <a:pt x="8055" y="11437"/>
                </a:lnTo>
                <a:lnTo>
                  <a:pt x="8006" y="11583"/>
                </a:lnTo>
                <a:lnTo>
                  <a:pt x="7933" y="11729"/>
                </a:lnTo>
                <a:lnTo>
                  <a:pt x="7812" y="11826"/>
                </a:lnTo>
                <a:lnTo>
                  <a:pt x="7690" y="11899"/>
                </a:lnTo>
                <a:lnTo>
                  <a:pt x="7520" y="11899"/>
                </a:lnTo>
                <a:lnTo>
                  <a:pt x="7447" y="11850"/>
                </a:lnTo>
                <a:lnTo>
                  <a:pt x="7398" y="11802"/>
                </a:lnTo>
                <a:lnTo>
                  <a:pt x="7325" y="11729"/>
                </a:lnTo>
                <a:lnTo>
                  <a:pt x="7301" y="11656"/>
                </a:lnTo>
                <a:lnTo>
                  <a:pt x="7276" y="11583"/>
                </a:lnTo>
                <a:lnTo>
                  <a:pt x="7276" y="11388"/>
                </a:lnTo>
                <a:lnTo>
                  <a:pt x="7301" y="11242"/>
                </a:lnTo>
                <a:lnTo>
                  <a:pt x="7398" y="11096"/>
                </a:lnTo>
                <a:lnTo>
                  <a:pt x="7422" y="11023"/>
                </a:lnTo>
                <a:lnTo>
                  <a:pt x="7447" y="10974"/>
                </a:lnTo>
                <a:lnTo>
                  <a:pt x="7447" y="10828"/>
                </a:lnTo>
                <a:lnTo>
                  <a:pt x="7374" y="10561"/>
                </a:lnTo>
                <a:lnTo>
                  <a:pt x="7301" y="10074"/>
                </a:lnTo>
                <a:lnTo>
                  <a:pt x="7252" y="9612"/>
                </a:lnTo>
                <a:lnTo>
                  <a:pt x="7179" y="9125"/>
                </a:lnTo>
                <a:lnTo>
                  <a:pt x="7106" y="8906"/>
                </a:lnTo>
                <a:lnTo>
                  <a:pt x="7033" y="8663"/>
                </a:lnTo>
                <a:lnTo>
                  <a:pt x="6765" y="7957"/>
                </a:lnTo>
                <a:lnTo>
                  <a:pt x="6449" y="7276"/>
                </a:lnTo>
                <a:lnTo>
                  <a:pt x="6400" y="7203"/>
                </a:lnTo>
                <a:lnTo>
                  <a:pt x="6352" y="7105"/>
                </a:lnTo>
                <a:lnTo>
                  <a:pt x="6327" y="7057"/>
                </a:lnTo>
                <a:lnTo>
                  <a:pt x="6206" y="7057"/>
                </a:lnTo>
                <a:lnTo>
                  <a:pt x="6157" y="7081"/>
                </a:lnTo>
                <a:lnTo>
                  <a:pt x="6133" y="7105"/>
                </a:lnTo>
                <a:lnTo>
                  <a:pt x="6133" y="7154"/>
                </a:lnTo>
                <a:lnTo>
                  <a:pt x="6133" y="7227"/>
                </a:lnTo>
                <a:lnTo>
                  <a:pt x="5987" y="7227"/>
                </a:lnTo>
                <a:lnTo>
                  <a:pt x="5816" y="7251"/>
                </a:lnTo>
                <a:lnTo>
                  <a:pt x="5743" y="7276"/>
                </a:lnTo>
                <a:lnTo>
                  <a:pt x="5670" y="7300"/>
                </a:lnTo>
                <a:lnTo>
                  <a:pt x="5646" y="7349"/>
                </a:lnTo>
                <a:lnTo>
                  <a:pt x="5646" y="7397"/>
                </a:lnTo>
                <a:lnTo>
                  <a:pt x="5670" y="7422"/>
                </a:lnTo>
                <a:lnTo>
                  <a:pt x="5695" y="7470"/>
                </a:lnTo>
                <a:lnTo>
                  <a:pt x="5743" y="7495"/>
                </a:lnTo>
                <a:lnTo>
                  <a:pt x="5816" y="7519"/>
                </a:lnTo>
                <a:lnTo>
                  <a:pt x="6133" y="7519"/>
                </a:lnTo>
                <a:lnTo>
                  <a:pt x="6133" y="7714"/>
                </a:lnTo>
                <a:lnTo>
                  <a:pt x="6084" y="7714"/>
                </a:lnTo>
                <a:lnTo>
                  <a:pt x="5768" y="7738"/>
                </a:lnTo>
                <a:lnTo>
                  <a:pt x="5597" y="7787"/>
                </a:lnTo>
                <a:lnTo>
                  <a:pt x="5451" y="7860"/>
                </a:lnTo>
                <a:lnTo>
                  <a:pt x="5427" y="7884"/>
                </a:lnTo>
                <a:lnTo>
                  <a:pt x="5451" y="7933"/>
                </a:lnTo>
                <a:lnTo>
                  <a:pt x="5573" y="7981"/>
                </a:lnTo>
                <a:lnTo>
                  <a:pt x="5719" y="8006"/>
                </a:lnTo>
                <a:lnTo>
                  <a:pt x="6157" y="8006"/>
                </a:lnTo>
                <a:lnTo>
                  <a:pt x="6157" y="8298"/>
                </a:lnTo>
                <a:lnTo>
                  <a:pt x="5962" y="8298"/>
                </a:lnTo>
                <a:lnTo>
                  <a:pt x="5792" y="8322"/>
                </a:lnTo>
                <a:lnTo>
                  <a:pt x="5646" y="8322"/>
                </a:lnTo>
                <a:lnTo>
                  <a:pt x="5500" y="8371"/>
                </a:lnTo>
                <a:lnTo>
                  <a:pt x="5354" y="8444"/>
                </a:lnTo>
                <a:lnTo>
                  <a:pt x="5232" y="8541"/>
                </a:lnTo>
                <a:lnTo>
                  <a:pt x="5232" y="8565"/>
                </a:lnTo>
                <a:lnTo>
                  <a:pt x="5232" y="8590"/>
                </a:lnTo>
                <a:lnTo>
                  <a:pt x="5378" y="8638"/>
                </a:lnTo>
                <a:lnTo>
                  <a:pt x="5524" y="8663"/>
                </a:lnTo>
                <a:lnTo>
                  <a:pt x="5987" y="8663"/>
                </a:lnTo>
                <a:lnTo>
                  <a:pt x="6157" y="8638"/>
                </a:lnTo>
                <a:lnTo>
                  <a:pt x="6157" y="8784"/>
                </a:lnTo>
                <a:lnTo>
                  <a:pt x="6084" y="8760"/>
                </a:lnTo>
                <a:lnTo>
                  <a:pt x="5987" y="8784"/>
                </a:lnTo>
                <a:lnTo>
                  <a:pt x="5816" y="8809"/>
                </a:lnTo>
                <a:lnTo>
                  <a:pt x="5549" y="8833"/>
                </a:lnTo>
                <a:lnTo>
                  <a:pt x="5403" y="8857"/>
                </a:lnTo>
                <a:lnTo>
                  <a:pt x="5281" y="8906"/>
                </a:lnTo>
                <a:lnTo>
                  <a:pt x="5257" y="8930"/>
                </a:lnTo>
                <a:lnTo>
                  <a:pt x="5281" y="8955"/>
                </a:lnTo>
                <a:lnTo>
                  <a:pt x="5403" y="9028"/>
                </a:lnTo>
                <a:lnTo>
                  <a:pt x="5549" y="9052"/>
                </a:lnTo>
                <a:lnTo>
                  <a:pt x="5670" y="9076"/>
                </a:lnTo>
                <a:lnTo>
                  <a:pt x="5816" y="9101"/>
                </a:lnTo>
                <a:lnTo>
                  <a:pt x="5987" y="9101"/>
                </a:lnTo>
                <a:lnTo>
                  <a:pt x="6084" y="9076"/>
                </a:lnTo>
                <a:lnTo>
                  <a:pt x="6181" y="9076"/>
                </a:lnTo>
                <a:lnTo>
                  <a:pt x="6181" y="9320"/>
                </a:lnTo>
                <a:lnTo>
                  <a:pt x="5962" y="9295"/>
                </a:lnTo>
                <a:lnTo>
                  <a:pt x="5743" y="9320"/>
                </a:lnTo>
                <a:lnTo>
                  <a:pt x="5500" y="9344"/>
                </a:lnTo>
                <a:lnTo>
                  <a:pt x="5378" y="9393"/>
                </a:lnTo>
                <a:lnTo>
                  <a:pt x="5281" y="9441"/>
                </a:lnTo>
                <a:lnTo>
                  <a:pt x="5257" y="9466"/>
                </a:lnTo>
                <a:lnTo>
                  <a:pt x="5257" y="9514"/>
                </a:lnTo>
                <a:lnTo>
                  <a:pt x="5305" y="9563"/>
                </a:lnTo>
                <a:lnTo>
                  <a:pt x="5378" y="9587"/>
                </a:lnTo>
                <a:lnTo>
                  <a:pt x="5476" y="9612"/>
                </a:lnTo>
                <a:lnTo>
                  <a:pt x="5914" y="9612"/>
                </a:lnTo>
                <a:lnTo>
                  <a:pt x="6181" y="9636"/>
                </a:lnTo>
                <a:lnTo>
                  <a:pt x="6157" y="9855"/>
                </a:lnTo>
                <a:lnTo>
                  <a:pt x="6060" y="9855"/>
                </a:lnTo>
                <a:lnTo>
                  <a:pt x="5670" y="9928"/>
                </a:lnTo>
                <a:lnTo>
                  <a:pt x="5500" y="9952"/>
                </a:lnTo>
                <a:lnTo>
                  <a:pt x="5427" y="10001"/>
                </a:lnTo>
                <a:lnTo>
                  <a:pt x="5403" y="10001"/>
                </a:lnTo>
                <a:lnTo>
                  <a:pt x="5378" y="10025"/>
                </a:lnTo>
                <a:lnTo>
                  <a:pt x="5378" y="10098"/>
                </a:lnTo>
                <a:lnTo>
                  <a:pt x="5403" y="10147"/>
                </a:lnTo>
                <a:lnTo>
                  <a:pt x="5451" y="10171"/>
                </a:lnTo>
                <a:lnTo>
                  <a:pt x="5500" y="10196"/>
                </a:lnTo>
                <a:lnTo>
                  <a:pt x="5622" y="10220"/>
                </a:lnTo>
                <a:lnTo>
                  <a:pt x="5743" y="10220"/>
                </a:lnTo>
                <a:lnTo>
                  <a:pt x="5938" y="10196"/>
                </a:lnTo>
                <a:lnTo>
                  <a:pt x="6133" y="10171"/>
                </a:lnTo>
                <a:lnTo>
                  <a:pt x="6157" y="10147"/>
                </a:lnTo>
                <a:lnTo>
                  <a:pt x="6157" y="10366"/>
                </a:lnTo>
                <a:lnTo>
                  <a:pt x="6011" y="10390"/>
                </a:lnTo>
                <a:lnTo>
                  <a:pt x="5889" y="10415"/>
                </a:lnTo>
                <a:lnTo>
                  <a:pt x="5573" y="10512"/>
                </a:lnTo>
                <a:lnTo>
                  <a:pt x="5403" y="10585"/>
                </a:lnTo>
                <a:lnTo>
                  <a:pt x="5354" y="10634"/>
                </a:lnTo>
                <a:lnTo>
                  <a:pt x="5354" y="10658"/>
                </a:lnTo>
                <a:lnTo>
                  <a:pt x="5403" y="10707"/>
                </a:lnTo>
                <a:lnTo>
                  <a:pt x="5451" y="10731"/>
                </a:lnTo>
                <a:lnTo>
                  <a:pt x="5573" y="10755"/>
                </a:lnTo>
                <a:lnTo>
                  <a:pt x="5841" y="10731"/>
                </a:lnTo>
                <a:lnTo>
                  <a:pt x="6157" y="10682"/>
                </a:lnTo>
                <a:lnTo>
                  <a:pt x="6157" y="10999"/>
                </a:lnTo>
                <a:lnTo>
                  <a:pt x="6133" y="10999"/>
                </a:lnTo>
                <a:lnTo>
                  <a:pt x="5938" y="11023"/>
                </a:lnTo>
                <a:lnTo>
                  <a:pt x="5743" y="11047"/>
                </a:lnTo>
                <a:lnTo>
                  <a:pt x="5549" y="11120"/>
                </a:lnTo>
                <a:lnTo>
                  <a:pt x="5378" y="11193"/>
                </a:lnTo>
                <a:lnTo>
                  <a:pt x="5354" y="11218"/>
                </a:lnTo>
                <a:lnTo>
                  <a:pt x="5354" y="11242"/>
                </a:lnTo>
                <a:lnTo>
                  <a:pt x="5354" y="11266"/>
                </a:lnTo>
                <a:lnTo>
                  <a:pt x="5378" y="11291"/>
                </a:lnTo>
                <a:lnTo>
                  <a:pt x="5573" y="11315"/>
                </a:lnTo>
                <a:lnTo>
                  <a:pt x="5768" y="11315"/>
                </a:lnTo>
                <a:lnTo>
                  <a:pt x="6133" y="11291"/>
                </a:lnTo>
                <a:lnTo>
                  <a:pt x="6157" y="11266"/>
                </a:lnTo>
                <a:lnTo>
                  <a:pt x="6157" y="11558"/>
                </a:lnTo>
                <a:lnTo>
                  <a:pt x="6011" y="11558"/>
                </a:lnTo>
                <a:lnTo>
                  <a:pt x="5841" y="11607"/>
                </a:lnTo>
                <a:lnTo>
                  <a:pt x="5573" y="11656"/>
                </a:lnTo>
                <a:lnTo>
                  <a:pt x="5330" y="11753"/>
                </a:lnTo>
                <a:lnTo>
                  <a:pt x="5305" y="11777"/>
                </a:lnTo>
                <a:lnTo>
                  <a:pt x="5305" y="11826"/>
                </a:lnTo>
                <a:lnTo>
                  <a:pt x="5330" y="11850"/>
                </a:lnTo>
                <a:lnTo>
                  <a:pt x="5378" y="11850"/>
                </a:lnTo>
                <a:lnTo>
                  <a:pt x="5622" y="11875"/>
                </a:lnTo>
                <a:lnTo>
                  <a:pt x="5865" y="11850"/>
                </a:lnTo>
                <a:lnTo>
                  <a:pt x="6011" y="11850"/>
                </a:lnTo>
                <a:lnTo>
                  <a:pt x="6084" y="11826"/>
                </a:lnTo>
                <a:lnTo>
                  <a:pt x="6157" y="11802"/>
                </a:lnTo>
                <a:lnTo>
                  <a:pt x="6157" y="12020"/>
                </a:lnTo>
                <a:lnTo>
                  <a:pt x="5962" y="12020"/>
                </a:lnTo>
                <a:lnTo>
                  <a:pt x="5743" y="12045"/>
                </a:lnTo>
                <a:lnTo>
                  <a:pt x="5549" y="12118"/>
                </a:lnTo>
                <a:lnTo>
                  <a:pt x="5476" y="12142"/>
                </a:lnTo>
                <a:lnTo>
                  <a:pt x="5378" y="12191"/>
                </a:lnTo>
                <a:lnTo>
                  <a:pt x="5378" y="12239"/>
                </a:lnTo>
                <a:lnTo>
                  <a:pt x="5378" y="12264"/>
                </a:lnTo>
                <a:lnTo>
                  <a:pt x="5476" y="12312"/>
                </a:lnTo>
                <a:lnTo>
                  <a:pt x="5549" y="12337"/>
                </a:lnTo>
                <a:lnTo>
                  <a:pt x="5743" y="12385"/>
                </a:lnTo>
                <a:lnTo>
                  <a:pt x="5962" y="12361"/>
                </a:lnTo>
                <a:lnTo>
                  <a:pt x="6157" y="12361"/>
                </a:lnTo>
                <a:lnTo>
                  <a:pt x="6157" y="12458"/>
                </a:lnTo>
                <a:lnTo>
                  <a:pt x="6157" y="12483"/>
                </a:lnTo>
                <a:lnTo>
                  <a:pt x="6011" y="12531"/>
                </a:lnTo>
                <a:lnTo>
                  <a:pt x="5889" y="12580"/>
                </a:lnTo>
                <a:lnTo>
                  <a:pt x="5622" y="12653"/>
                </a:lnTo>
                <a:lnTo>
                  <a:pt x="5500" y="12702"/>
                </a:lnTo>
                <a:lnTo>
                  <a:pt x="5403" y="12750"/>
                </a:lnTo>
                <a:lnTo>
                  <a:pt x="5378" y="12799"/>
                </a:lnTo>
                <a:lnTo>
                  <a:pt x="5378" y="12823"/>
                </a:lnTo>
                <a:lnTo>
                  <a:pt x="5403" y="12848"/>
                </a:lnTo>
                <a:lnTo>
                  <a:pt x="5500" y="12872"/>
                </a:lnTo>
                <a:lnTo>
                  <a:pt x="5622" y="12896"/>
                </a:lnTo>
                <a:lnTo>
                  <a:pt x="5743" y="12921"/>
                </a:lnTo>
                <a:lnTo>
                  <a:pt x="5865" y="12896"/>
                </a:lnTo>
                <a:lnTo>
                  <a:pt x="6011" y="12872"/>
                </a:lnTo>
                <a:lnTo>
                  <a:pt x="6181" y="12848"/>
                </a:lnTo>
                <a:lnTo>
                  <a:pt x="6181" y="13042"/>
                </a:lnTo>
                <a:lnTo>
                  <a:pt x="6108" y="13018"/>
                </a:lnTo>
                <a:lnTo>
                  <a:pt x="5962" y="13042"/>
                </a:lnTo>
                <a:lnTo>
                  <a:pt x="5841" y="13091"/>
                </a:lnTo>
                <a:lnTo>
                  <a:pt x="5719" y="13164"/>
                </a:lnTo>
                <a:lnTo>
                  <a:pt x="5573" y="13237"/>
                </a:lnTo>
                <a:lnTo>
                  <a:pt x="5549" y="13261"/>
                </a:lnTo>
                <a:lnTo>
                  <a:pt x="5573" y="13286"/>
                </a:lnTo>
                <a:lnTo>
                  <a:pt x="5597" y="13334"/>
                </a:lnTo>
                <a:lnTo>
                  <a:pt x="5622" y="13334"/>
                </a:lnTo>
                <a:lnTo>
                  <a:pt x="5743" y="13310"/>
                </a:lnTo>
                <a:lnTo>
                  <a:pt x="6157" y="13310"/>
                </a:lnTo>
                <a:lnTo>
                  <a:pt x="6206" y="13286"/>
                </a:lnTo>
                <a:lnTo>
                  <a:pt x="6206" y="13529"/>
                </a:lnTo>
                <a:lnTo>
                  <a:pt x="6035" y="13553"/>
                </a:lnTo>
                <a:lnTo>
                  <a:pt x="5865" y="13553"/>
                </a:lnTo>
                <a:lnTo>
                  <a:pt x="5719" y="13602"/>
                </a:lnTo>
                <a:lnTo>
                  <a:pt x="5573" y="13675"/>
                </a:lnTo>
                <a:lnTo>
                  <a:pt x="5524" y="13724"/>
                </a:lnTo>
                <a:lnTo>
                  <a:pt x="5476" y="13797"/>
                </a:lnTo>
                <a:lnTo>
                  <a:pt x="5476" y="13870"/>
                </a:lnTo>
                <a:lnTo>
                  <a:pt x="5476" y="13894"/>
                </a:lnTo>
                <a:lnTo>
                  <a:pt x="5500" y="13918"/>
                </a:lnTo>
                <a:lnTo>
                  <a:pt x="5646" y="13967"/>
                </a:lnTo>
                <a:lnTo>
                  <a:pt x="5792" y="13967"/>
                </a:lnTo>
                <a:lnTo>
                  <a:pt x="6108" y="13943"/>
                </a:lnTo>
                <a:lnTo>
                  <a:pt x="6254" y="13943"/>
                </a:lnTo>
                <a:lnTo>
                  <a:pt x="6279" y="14235"/>
                </a:lnTo>
                <a:lnTo>
                  <a:pt x="6011" y="14308"/>
                </a:lnTo>
                <a:lnTo>
                  <a:pt x="5841" y="14332"/>
                </a:lnTo>
                <a:lnTo>
                  <a:pt x="5670" y="14381"/>
                </a:lnTo>
                <a:lnTo>
                  <a:pt x="5622" y="14429"/>
                </a:lnTo>
                <a:lnTo>
                  <a:pt x="5597" y="14478"/>
                </a:lnTo>
                <a:lnTo>
                  <a:pt x="5622" y="14551"/>
                </a:lnTo>
                <a:lnTo>
                  <a:pt x="5670" y="14600"/>
                </a:lnTo>
                <a:lnTo>
                  <a:pt x="5719" y="14624"/>
                </a:lnTo>
                <a:lnTo>
                  <a:pt x="5792" y="14648"/>
                </a:lnTo>
                <a:lnTo>
                  <a:pt x="5962" y="14673"/>
                </a:lnTo>
                <a:lnTo>
                  <a:pt x="6133" y="14648"/>
                </a:lnTo>
                <a:lnTo>
                  <a:pt x="6303" y="14600"/>
                </a:lnTo>
                <a:lnTo>
                  <a:pt x="6303" y="14770"/>
                </a:lnTo>
                <a:lnTo>
                  <a:pt x="6133" y="14794"/>
                </a:lnTo>
                <a:lnTo>
                  <a:pt x="5962" y="14867"/>
                </a:lnTo>
                <a:lnTo>
                  <a:pt x="5841" y="14916"/>
                </a:lnTo>
                <a:lnTo>
                  <a:pt x="5719" y="14965"/>
                </a:lnTo>
                <a:lnTo>
                  <a:pt x="5646" y="15062"/>
                </a:lnTo>
                <a:lnTo>
                  <a:pt x="5597" y="15111"/>
                </a:lnTo>
                <a:lnTo>
                  <a:pt x="5573" y="15159"/>
                </a:lnTo>
                <a:lnTo>
                  <a:pt x="5573" y="15184"/>
                </a:lnTo>
                <a:lnTo>
                  <a:pt x="5597" y="15208"/>
                </a:lnTo>
                <a:lnTo>
                  <a:pt x="5670" y="15257"/>
                </a:lnTo>
                <a:lnTo>
                  <a:pt x="5768" y="15281"/>
                </a:lnTo>
                <a:lnTo>
                  <a:pt x="5962" y="15257"/>
                </a:lnTo>
                <a:lnTo>
                  <a:pt x="6352" y="15184"/>
                </a:lnTo>
                <a:lnTo>
                  <a:pt x="6376" y="15451"/>
                </a:lnTo>
                <a:lnTo>
                  <a:pt x="6133" y="15476"/>
                </a:lnTo>
                <a:lnTo>
                  <a:pt x="5865" y="15524"/>
                </a:lnTo>
                <a:lnTo>
                  <a:pt x="5743" y="15573"/>
                </a:lnTo>
                <a:lnTo>
                  <a:pt x="5646" y="15646"/>
                </a:lnTo>
                <a:lnTo>
                  <a:pt x="5622" y="15646"/>
                </a:lnTo>
                <a:lnTo>
                  <a:pt x="5622" y="15670"/>
                </a:lnTo>
                <a:lnTo>
                  <a:pt x="5695" y="15768"/>
                </a:lnTo>
                <a:lnTo>
                  <a:pt x="5792" y="15816"/>
                </a:lnTo>
                <a:lnTo>
                  <a:pt x="5889" y="15841"/>
                </a:lnTo>
                <a:lnTo>
                  <a:pt x="5987" y="15841"/>
                </a:lnTo>
                <a:lnTo>
                  <a:pt x="6206" y="15865"/>
                </a:lnTo>
                <a:lnTo>
                  <a:pt x="6400" y="15865"/>
                </a:lnTo>
                <a:lnTo>
                  <a:pt x="6400" y="15962"/>
                </a:lnTo>
                <a:lnTo>
                  <a:pt x="6133" y="16035"/>
                </a:lnTo>
                <a:lnTo>
                  <a:pt x="5938" y="16084"/>
                </a:lnTo>
                <a:lnTo>
                  <a:pt x="5792" y="16181"/>
                </a:lnTo>
                <a:lnTo>
                  <a:pt x="5768" y="16230"/>
                </a:lnTo>
                <a:lnTo>
                  <a:pt x="5768" y="16254"/>
                </a:lnTo>
                <a:lnTo>
                  <a:pt x="5816" y="16327"/>
                </a:lnTo>
                <a:lnTo>
                  <a:pt x="5889" y="16376"/>
                </a:lnTo>
                <a:lnTo>
                  <a:pt x="5987" y="16400"/>
                </a:lnTo>
                <a:lnTo>
                  <a:pt x="6181" y="16400"/>
                </a:lnTo>
                <a:lnTo>
                  <a:pt x="6425" y="16352"/>
                </a:lnTo>
                <a:lnTo>
                  <a:pt x="6449" y="16644"/>
                </a:lnTo>
                <a:lnTo>
                  <a:pt x="6230" y="16668"/>
                </a:lnTo>
                <a:lnTo>
                  <a:pt x="6035" y="16717"/>
                </a:lnTo>
                <a:lnTo>
                  <a:pt x="5962" y="16765"/>
                </a:lnTo>
                <a:lnTo>
                  <a:pt x="5865" y="16790"/>
                </a:lnTo>
                <a:lnTo>
                  <a:pt x="5841" y="16838"/>
                </a:lnTo>
                <a:lnTo>
                  <a:pt x="5841" y="16887"/>
                </a:lnTo>
                <a:lnTo>
                  <a:pt x="5841" y="16911"/>
                </a:lnTo>
                <a:lnTo>
                  <a:pt x="5889" y="16936"/>
                </a:lnTo>
                <a:lnTo>
                  <a:pt x="6084" y="16960"/>
                </a:lnTo>
                <a:lnTo>
                  <a:pt x="6279" y="16984"/>
                </a:lnTo>
                <a:lnTo>
                  <a:pt x="6449" y="16984"/>
                </a:lnTo>
                <a:lnTo>
                  <a:pt x="6449" y="17276"/>
                </a:lnTo>
                <a:lnTo>
                  <a:pt x="6206" y="17325"/>
                </a:lnTo>
                <a:lnTo>
                  <a:pt x="6011" y="17349"/>
                </a:lnTo>
                <a:lnTo>
                  <a:pt x="5938" y="17398"/>
                </a:lnTo>
                <a:lnTo>
                  <a:pt x="5865" y="17447"/>
                </a:lnTo>
                <a:lnTo>
                  <a:pt x="5841" y="17471"/>
                </a:lnTo>
                <a:lnTo>
                  <a:pt x="5841" y="17520"/>
                </a:lnTo>
                <a:lnTo>
                  <a:pt x="5841" y="17544"/>
                </a:lnTo>
                <a:lnTo>
                  <a:pt x="5865" y="17568"/>
                </a:lnTo>
                <a:lnTo>
                  <a:pt x="5987" y="17641"/>
                </a:lnTo>
                <a:lnTo>
                  <a:pt x="6133" y="17690"/>
                </a:lnTo>
                <a:lnTo>
                  <a:pt x="6303" y="17690"/>
                </a:lnTo>
                <a:lnTo>
                  <a:pt x="6449" y="17666"/>
                </a:lnTo>
                <a:lnTo>
                  <a:pt x="6449" y="17958"/>
                </a:lnTo>
                <a:lnTo>
                  <a:pt x="6303" y="17982"/>
                </a:lnTo>
                <a:lnTo>
                  <a:pt x="6181" y="18031"/>
                </a:lnTo>
                <a:lnTo>
                  <a:pt x="6011" y="18055"/>
                </a:lnTo>
                <a:lnTo>
                  <a:pt x="5914" y="18104"/>
                </a:lnTo>
                <a:lnTo>
                  <a:pt x="5841" y="18152"/>
                </a:lnTo>
                <a:lnTo>
                  <a:pt x="5816" y="18177"/>
                </a:lnTo>
                <a:lnTo>
                  <a:pt x="5816" y="18225"/>
                </a:lnTo>
                <a:lnTo>
                  <a:pt x="5841" y="18250"/>
                </a:lnTo>
                <a:lnTo>
                  <a:pt x="5865" y="18274"/>
                </a:lnTo>
                <a:lnTo>
                  <a:pt x="5987" y="18323"/>
                </a:lnTo>
                <a:lnTo>
                  <a:pt x="6157" y="18371"/>
                </a:lnTo>
                <a:lnTo>
                  <a:pt x="6303" y="18371"/>
                </a:lnTo>
                <a:lnTo>
                  <a:pt x="6449" y="18347"/>
                </a:lnTo>
                <a:lnTo>
                  <a:pt x="6473" y="18444"/>
                </a:lnTo>
                <a:lnTo>
                  <a:pt x="6303" y="18469"/>
                </a:lnTo>
                <a:lnTo>
                  <a:pt x="6157" y="18542"/>
                </a:lnTo>
                <a:lnTo>
                  <a:pt x="6035" y="18615"/>
                </a:lnTo>
                <a:lnTo>
                  <a:pt x="5914" y="18688"/>
                </a:lnTo>
                <a:lnTo>
                  <a:pt x="5889" y="18736"/>
                </a:lnTo>
                <a:lnTo>
                  <a:pt x="5889" y="18761"/>
                </a:lnTo>
                <a:lnTo>
                  <a:pt x="5914" y="18785"/>
                </a:lnTo>
                <a:lnTo>
                  <a:pt x="5962" y="18809"/>
                </a:lnTo>
                <a:lnTo>
                  <a:pt x="6108" y="18809"/>
                </a:lnTo>
                <a:lnTo>
                  <a:pt x="6279" y="18785"/>
                </a:lnTo>
                <a:lnTo>
                  <a:pt x="6498" y="18761"/>
                </a:lnTo>
                <a:lnTo>
                  <a:pt x="6522" y="18980"/>
                </a:lnTo>
                <a:lnTo>
                  <a:pt x="6376" y="19028"/>
                </a:lnTo>
                <a:lnTo>
                  <a:pt x="6254" y="19101"/>
                </a:lnTo>
                <a:lnTo>
                  <a:pt x="5987" y="19223"/>
                </a:lnTo>
                <a:lnTo>
                  <a:pt x="5962" y="19272"/>
                </a:lnTo>
                <a:lnTo>
                  <a:pt x="5962" y="19320"/>
                </a:lnTo>
                <a:lnTo>
                  <a:pt x="5987" y="19369"/>
                </a:lnTo>
                <a:lnTo>
                  <a:pt x="6011" y="19393"/>
                </a:lnTo>
                <a:lnTo>
                  <a:pt x="6425" y="19393"/>
                </a:lnTo>
                <a:lnTo>
                  <a:pt x="6595" y="19345"/>
                </a:lnTo>
                <a:lnTo>
                  <a:pt x="6619" y="19393"/>
                </a:lnTo>
                <a:lnTo>
                  <a:pt x="6571" y="19442"/>
                </a:lnTo>
                <a:lnTo>
                  <a:pt x="6522" y="19515"/>
                </a:lnTo>
                <a:lnTo>
                  <a:pt x="6254" y="19637"/>
                </a:lnTo>
                <a:lnTo>
                  <a:pt x="6230" y="19661"/>
                </a:lnTo>
                <a:lnTo>
                  <a:pt x="6206" y="19734"/>
                </a:lnTo>
                <a:lnTo>
                  <a:pt x="6230" y="19758"/>
                </a:lnTo>
                <a:lnTo>
                  <a:pt x="6279" y="19783"/>
                </a:lnTo>
                <a:lnTo>
                  <a:pt x="6595" y="19758"/>
                </a:lnTo>
                <a:lnTo>
                  <a:pt x="6668" y="19783"/>
                </a:lnTo>
                <a:lnTo>
                  <a:pt x="6887" y="19856"/>
                </a:lnTo>
                <a:lnTo>
                  <a:pt x="7106" y="19904"/>
                </a:lnTo>
                <a:lnTo>
                  <a:pt x="7203" y="19953"/>
                </a:lnTo>
                <a:lnTo>
                  <a:pt x="7252" y="20001"/>
                </a:lnTo>
                <a:lnTo>
                  <a:pt x="7276" y="20050"/>
                </a:lnTo>
                <a:lnTo>
                  <a:pt x="7276" y="20123"/>
                </a:lnTo>
                <a:lnTo>
                  <a:pt x="7252" y="20172"/>
                </a:lnTo>
                <a:lnTo>
                  <a:pt x="7203" y="20245"/>
                </a:lnTo>
                <a:lnTo>
                  <a:pt x="7057" y="20342"/>
                </a:lnTo>
                <a:lnTo>
                  <a:pt x="6936" y="20391"/>
                </a:lnTo>
                <a:lnTo>
                  <a:pt x="6814" y="20439"/>
                </a:lnTo>
                <a:lnTo>
                  <a:pt x="6692" y="20464"/>
                </a:lnTo>
                <a:lnTo>
                  <a:pt x="6571" y="20464"/>
                </a:lnTo>
                <a:lnTo>
                  <a:pt x="6303" y="20439"/>
                </a:lnTo>
                <a:lnTo>
                  <a:pt x="5889" y="20439"/>
                </a:lnTo>
                <a:lnTo>
                  <a:pt x="5768" y="20391"/>
                </a:lnTo>
                <a:lnTo>
                  <a:pt x="5670" y="20318"/>
                </a:lnTo>
                <a:lnTo>
                  <a:pt x="5597" y="20220"/>
                </a:lnTo>
                <a:lnTo>
                  <a:pt x="5524" y="20099"/>
                </a:lnTo>
                <a:lnTo>
                  <a:pt x="5476" y="19929"/>
                </a:lnTo>
                <a:lnTo>
                  <a:pt x="5403" y="19612"/>
                </a:lnTo>
                <a:lnTo>
                  <a:pt x="5354" y="19247"/>
                </a:lnTo>
                <a:lnTo>
                  <a:pt x="5330" y="18882"/>
                </a:lnTo>
                <a:lnTo>
                  <a:pt x="5305" y="18371"/>
                </a:lnTo>
                <a:lnTo>
                  <a:pt x="5184" y="16960"/>
                </a:lnTo>
                <a:lnTo>
                  <a:pt x="5111" y="16254"/>
                </a:lnTo>
                <a:lnTo>
                  <a:pt x="5038" y="15549"/>
                </a:lnTo>
                <a:lnTo>
                  <a:pt x="4965" y="15086"/>
                </a:lnTo>
                <a:lnTo>
                  <a:pt x="4867" y="14600"/>
                </a:lnTo>
                <a:lnTo>
                  <a:pt x="4624" y="13675"/>
                </a:lnTo>
                <a:lnTo>
                  <a:pt x="4527" y="13310"/>
                </a:lnTo>
                <a:lnTo>
                  <a:pt x="4454" y="13018"/>
                </a:lnTo>
                <a:lnTo>
                  <a:pt x="4405" y="12896"/>
                </a:lnTo>
                <a:lnTo>
                  <a:pt x="4356" y="12823"/>
                </a:lnTo>
                <a:lnTo>
                  <a:pt x="4356" y="12799"/>
                </a:lnTo>
                <a:lnTo>
                  <a:pt x="4332" y="12750"/>
                </a:lnTo>
                <a:lnTo>
                  <a:pt x="4283" y="12702"/>
                </a:lnTo>
                <a:lnTo>
                  <a:pt x="4235" y="12677"/>
                </a:lnTo>
                <a:lnTo>
                  <a:pt x="4186" y="12653"/>
                </a:lnTo>
                <a:lnTo>
                  <a:pt x="4113" y="12677"/>
                </a:lnTo>
                <a:lnTo>
                  <a:pt x="4040" y="12750"/>
                </a:lnTo>
                <a:lnTo>
                  <a:pt x="3991" y="12848"/>
                </a:lnTo>
                <a:lnTo>
                  <a:pt x="3918" y="13091"/>
                </a:lnTo>
                <a:lnTo>
                  <a:pt x="3870" y="13286"/>
                </a:lnTo>
                <a:lnTo>
                  <a:pt x="3772" y="13237"/>
                </a:lnTo>
                <a:lnTo>
                  <a:pt x="3675" y="13213"/>
                </a:lnTo>
                <a:lnTo>
                  <a:pt x="3626" y="13237"/>
                </a:lnTo>
                <a:lnTo>
                  <a:pt x="3602" y="13310"/>
                </a:lnTo>
                <a:lnTo>
                  <a:pt x="3626" y="13383"/>
                </a:lnTo>
                <a:lnTo>
                  <a:pt x="3675" y="13456"/>
                </a:lnTo>
                <a:lnTo>
                  <a:pt x="3748" y="13529"/>
                </a:lnTo>
                <a:lnTo>
                  <a:pt x="3821" y="13578"/>
                </a:lnTo>
                <a:lnTo>
                  <a:pt x="3797" y="13772"/>
                </a:lnTo>
                <a:lnTo>
                  <a:pt x="3651" y="13772"/>
                </a:lnTo>
                <a:lnTo>
                  <a:pt x="3505" y="13821"/>
                </a:lnTo>
                <a:lnTo>
                  <a:pt x="3480" y="13845"/>
                </a:lnTo>
                <a:lnTo>
                  <a:pt x="3505" y="13870"/>
                </a:lnTo>
                <a:lnTo>
                  <a:pt x="3651" y="13943"/>
                </a:lnTo>
                <a:lnTo>
                  <a:pt x="3772" y="14016"/>
                </a:lnTo>
                <a:lnTo>
                  <a:pt x="3724" y="14405"/>
                </a:lnTo>
                <a:lnTo>
                  <a:pt x="3505" y="14381"/>
                </a:lnTo>
                <a:lnTo>
                  <a:pt x="3407" y="14381"/>
                </a:lnTo>
                <a:lnTo>
                  <a:pt x="3310" y="14405"/>
                </a:lnTo>
                <a:lnTo>
                  <a:pt x="3286" y="14454"/>
                </a:lnTo>
                <a:lnTo>
                  <a:pt x="3286" y="14478"/>
                </a:lnTo>
                <a:lnTo>
                  <a:pt x="3286" y="14502"/>
                </a:lnTo>
                <a:lnTo>
                  <a:pt x="3383" y="14551"/>
                </a:lnTo>
                <a:lnTo>
                  <a:pt x="3480" y="14624"/>
                </a:lnTo>
                <a:lnTo>
                  <a:pt x="3675" y="14721"/>
                </a:lnTo>
                <a:lnTo>
                  <a:pt x="3675" y="14892"/>
                </a:lnTo>
                <a:lnTo>
                  <a:pt x="3480" y="14892"/>
                </a:lnTo>
                <a:lnTo>
                  <a:pt x="3286" y="14916"/>
                </a:lnTo>
                <a:lnTo>
                  <a:pt x="3213" y="14940"/>
                </a:lnTo>
                <a:lnTo>
                  <a:pt x="3140" y="14965"/>
                </a:lnTo>
                <a:lnTo>
                  <a:pt x="3115" y="15013"/>
                </a:lnTo>
                <a:lnTo>
                  <a:pt x="3115" y="15038"/>
                </a:lnTo>
                <a:lnTo>
                  <a:pt x="3140" y="15086"/>
                </a:lnTo>
                <a:lnTo>
                  <a:pt x="3188" y="15135"/>
                </a:lnTo>
                <a:lnTo>
                  <a:pt x="3310" y="15208"/>
                </a:lnTo>
                <a:lnTo>
                  <a:pt x="3456" y="15232"/>
                </a:lnTo>
                <a:lnTo>
                  <a:pt x="3626" y="15257"/>
                </a:lnTo>
                <a:lnTo>
                  <a:pt x="3578" y="15573"/>
                </a:lnTo>
                <a:lnTo>
                  <a:pt x="3334" y="15549"/>
                </a:lnTo>
                <a:lnTo>
                  <a:pt x="3018" y="15549"/>
                </a:lnTo>
                <a:lnTo>
                  <a:pt x="2921" y="15573"/>
                </a:lnTo>
                <a:lnTo>
                  <a:pt x="2896" y="15597"/>
                </a:lnTo>
                <a:lnTo>
                  <a:pt x="2896" y="15622"/>
                </a:lnTo>
                <a:lnTo>
                  <a:pt x="2945" y="15695"/>
                </a:lnTo>
                <a:lnTo>
                  <a:pt x="3018" y="15743"/>
                </a:lnTo>
                <a:lnTo>
                  <a:pt x="3164" y="15816"/>
                </a:lnTo>
                <a:lnTo>
                  <a:pt x="3359" y="15889"/>
                </a:lnTo>
                <a:lnTo>
                  <a:pt x="3553" y="15914"/>
                </a:lnTo>
                <a:lnTo>
                  <a:pt x="3529" y="16011"/>
                </a:lnTo>
                <a:lnTo>
                  <a:pt x="3261" y="16035"/>
                </a:lnTo>
                <a:lnTo>
                  <a:pt x="3115" y="16060"/>
                </a:lnTo>
                <a:lnTo>
                  <a:pt x="2994" y="16108"/>
                </a:lnTo>
                <a:lnTo>
                  <a:pt x="2969" y="16133"/>
                </a:lnTo>
                <a:lnTo>
                  <a:pt x="2969" y="16181"/>
                </a:lnTo>
                <a:lnTo>
                  <a:pt x="2969" y="16206"/>
                </a:lnTo>
                <a:lnTo>
                  <a:pt x="2994" y="16230"/>
                </a:lnTo>
                <a:lnTo>
                  <a:pt x="3115" y="16279"/>
                </a:lnTo>
                <a:lnTo>
                  <a:pt x="3237" y="16303"/>
                </a:lnTo>
                <a:lnTo>
                  <a:pt x="3480" y="16327"/>
                </a:lnTo>
                <a:lnTo>
                  <a:pt x="3432" y="16790"/>
                </a:lnTo>
                <a:lnTo>
                  <a:pt x="3261" y="16790"/>
                </a:lnTo>
                <a:lnTo>
                  <a:pt x="3115" y="16814"/>
                </a:lnTo>
                <a:lnTo>
                  <a:pt x="2872" y="16838"/>
                </a:lnTo>
                <a:lnTo>
                  <a:pt x="2775" y="16887"/>
                </a:lnTo>
                <a:lnTo>
                  <a:pt x="2677" y="16960"/>
                </a:lnTo>
                <a:lnTo>
                  <a:pt x="2653" y="17033"/>
                </a:lnTo>
                <a:lnTo>
                  <a:pt x="2677" y="17082"/>
                </a:lnTo>
                <a:lnTo>
                  <a:pt x="2702" y="17106"/>
                </a:lnTo>
                <a:lnTo>
                  <a:pt x="2799" y="17155"/>
                </a:lnTo>
                <a:lnTo>
                  <a:pt x="2896" y="17155"/>
                </a:lnTo>
                <a:lnTo>
                  <a:pt x="3091" y="17179"/>
                </a:lnTo>
                <a:lnTo>
                  <a:pt x="3383" y="17203"/>
                </a:lnTo>
                <a:lnTo>
                  <a:pt x="3359" y="17398"/>
                </a:lnTo>
                <a:lnTo>
                  <a:pt x="3188" y="17398"/>
                </a:lnTo>
                <a:lnTo>
                  <a:pt x="3042" y="17422"/>
                </a:lnTo>
                <a:lnTo>
                  <a:pt x="2750" y="17520"/>
                </a:lnTo>
                <a:lnTo>
                  <a:pt x="2702" y="17544"/>
                </a:lnTo>
                <a:lnTo>
                  <a:pt x="2677" y="17593"/>
                </a:lnTo>
                <a:lnTo>
                  <a:pt x="2702" y="17641"/>
                </a:lnTo>
                <a:lnTo>
                  <a:pt x="2750" y="17666"/>
                </a:lnTo>
                <a:lnTo>
                  <a:pt x="2896" y="17714"/>
                </a:lnTo>
                <a:lnTo>
                  <a:pt x="3018" y="17739"/>
                </a:lnTo>
                <a:lnTo>
                  <a:pt x="3310" y="17739"/>
                </a:lnTo>
                <a:lnTo>
                  <a:pt x="3310" y="17763"/>
                </a:lnTo>
                <a:lnTo>
                  <a:pt x="3286" y="17933"/>
                </a:lnTo>
                <a:lnTo>
                  <a:pt x="3018" y="17958"/>
                </a:lnTo>
                <a:lnTo>
                  <a:pt x="2799" y="17982"/>
                </a:lnTo>
                <a:lnTo>
                  <a:pt x="2702" y="18031"/>
                </a:lnTo>
                <a:lnTo>
                  <a:pt x="2629" y="18079"/>
                </a:lnTo>
                <a:lnTo>
                  <a:pt x="2604" y="18128"/>
                </a:lnTo>
                <a:lnTo>
                  <a:pt x="2604" y="18177"/>
                </a:lnTo>
                <a:lnTo>
                  <a:pt x="2653" y="18250"/>
                </a:lnTo>
                <a:lnTo>
                  <a:pt x="2702" y="18274"/>
                </a:lnTo>
                <a:lnTo>
                  <a:pt x="2775" y="18298"/>
                </a:lnTo>
                <a:lnTo>
                  <a:pt x="2848" y="18323"/>
                </a:lnTo>
                <a:lnTo>
                  <a:pt x="3018" y="18323"/>
                </a:lnTo>
                <a:lnTo>
                  <a:pt x="3164" y="18298"/>
                </a:lnTo>
                <a:lnTo>
                  <a:pt x="3237" y="18323"/>
                </a:lnTo>
                <a:lnTo>
                  <a:pt x="3213" y="18517"/>
                </a:lnTo>
                <a:lnTo>
                  <a:pt x="2848" y="18566"/>
                </a:lnTo>
                <a:lnTo>
                  <a:pt x="2677" y="18615"/>
                </a:lnTo>
                <a:lnTo>
                  <a:pt x="2604" y="18663"/>
                </a:lnTo>
                <a:lnTo>
                  <a:pt x="2531" y="18712"/>
                </a:lnTo>
                <a:lnTo>
                  <a:pt x="2507" y="18761"/>
                </a:lnTo>
                <a:lnTo>
                  <a:pt x="2507" y="18785"/>
                </a:lnTo>
                <a:lnTo>
                  <a:pt x="2531" y="18809"/>
                </a:lnTo>
                <a:lnTo>
                  <a:pt x="2556" y="18834"/>
                </a:lnTo>
                <a:lnTo>
                  <a:pt x="2702" y="18882"/>
                </a:lnTo>
                <a:lnTo>
                  <a:pt x="3164" y="18882"/>
                </a:lnTo>
                <a:lnTo>
                  <a:pt x="3115" y="19223"/>
                </a:lnTo>
                <a:lnTo>
                  <a:pt x="2799" y="19199"/>
                </a:lnTo>
                <a:lnTo>
                  <a:pt x="2677" y="19199"/>
                </a:lnTo>
                <a:lnTo>
                  <a:pt x="2580" y="19223"/>
                </a:lnTo>
                <a:lnTo>
                  <a:pt x="2483" y="19247"/>
                </a:lnTo>
                <a:lnTo>
                  <a:pt x="2410" y="19320"/>
                </a:lnTo>
                <a:lnTo>
                  <a:pt x="2410" y="19369"/>
                </a:lnTo>
                <a:lnTo>
                  <a:pt x="2410" y="19393"/>
                </a:lnTo>
                <a:lnTo>
                  <a:pt x="2483" y="19466"/>
                </a:lnTo>
                <a:lnTo>
                  <a:pt x="2580" y="19515"/>
                </a:lnTo>
                <a:lnTo>
                  <a:pt x="2702" y="19564"/>
                </a:lnTo>
                <a:lnTo>
                  <a:pt x="2799" y="19564"/>
                </a:lnTo>
                <a:lnTo>
                  <a:pt x="3042" y="19612"/>
                </a:lnTo>
                <a:lnTo>
                  <a:pt x="3018" y="19807"/>
                </a:lnTo>
                <a:lnTo>
                  <a:pt x="2896" y="19807"/>
                </a:lnTo>
                <a:lnTo>
                  <a:pt x="2556" y="19856"/>
                </a:lnTo>
                <a:lnTo>
                  <a:pt x="2483" y="19880"/>
                </a:lnTo>
                <a:lnTo>
                  <a:pt x="2434" y="19904"/>
                </a:lnTo>
                <a:lnTo>
                  <a:pt x="2337" y="20001"/>
                </a:lnTo>
                <a:lnTo>
                  <a:pt x="2312" y="20026"/>
                </a:lnTo>
                <a:lnTo>
                  <a:pt x="2337" y="20074"/>
                </a:lnTo>
                <a:lnTo>
                  <a:pt x="2434" y="20123"/>
                </a:lnTo>
                <a:lnTo>
                  <a:pt x="2531" y="20147"/>
                </a:lnTo>
                <a:lnTo>
                  <a:pt x="2726" y="20172"/>
                </a:lnTo>
                <a:lnTo>
                  <a:pt x="2507" y="20269"/>
                </a:lnTo>
                <a:lnTo>
                  <a:pt x="2288" y="20366"/>
                </a:lnTo>
                <a:lnTo>
                  <a:pt x="1801" y="20512"/>
                </a:lnTo>
                <a:lnTo>
                  <a:pt x="1655" y="20537"/>
                </a:lnTo>
                <a:lnTo>
                  <a:pt x="1485" y="20561"/>
                </a:lnTo>
                <a:lnTo>
                  <a:pt x="1315" y="20537"/>
                </a:lnTo>
                <a:lnTo>
                  <a:pt x="1145" y="20488"/>
                </a:lnTo>
                <a:lnTo>
                  <a:pt x="1120" y="20464"/>
                </a:lnTo>
                <a:lnTo>
                  <a:pt x="1096" y="20415"/>
                </a:lnTo>
                <a:lnTo>
                  <a:pt x="1096" y="20391"/>
                </a:lnTo>
                <a:lnTo>
                  <a:pt x="1096" y="20342"/>
                </a:lnTo>
                <a:lnTo>
                  <a:pt x="1145" y="20245"/>
                </a:lnTo>
                <a:lnTo>
                  <a:pt x="1242" y="20123"/>
                </a:lnTo>
                <a:lnTo>
                  <a:pt x="1485" y="19929"/>
                </a:lnTo>
                <a:lnTo>
                  <a:pt x="1631" y="19831"/>
                </a:lnTo>
                <a:lnTo>
                  <a:pt x="1680" y="19807"/>
                </a:lnTo>
                <a:lnTo>
                  <a:pt x="1704" y="19758"/>
                </a:lnTo>
                <a:lnTo>
                  <a:pt x="1704" y="19710"/>
                </a:lnTo>
                <a:lnTo>
                  <a:pt x="1704" y="19661"/>
                </a:lnTo>
                <a:lnTo>
                  <a:pt x="1728" y="19588"/>
                </a:lnTo>
                <a:lnTo>
                  <a:pt x="1826" y="18785"/>
                </a:lnTo>
                <a:lnTo>
                  <a:pt x="1923" y="18006"/>
                </a:lnTo>
                <a:lnTo>
                  <a:pt x="2045" y="16425"/>
                </a:lnTo>
                <a:lnTo>
                  <a:pt x="2142" y="14843"/>
                </a:lnTo>
                <a:lnTo>
                  <a:pt x="2264" y="13237"/>
                </a:lnTo>
                <a:lnTo>
                  <a:pt x="2410" y="11631"/>
                </a:lnTo>
                <a:lnTo>
                  <a:pt x="2531" y="10025"/>
                </a:lnTo>
                <a:lnTo>
                  <a:pt x="2556" y="9368"/>
                </a:lnTo>
                <a:lnTo>
                  <a:pt x="2580" y="8663"/>
                </a:lnTo>
                <a:lnTo>
                  <a:pt x="2580" y="8322"/>
                </a:lnTo>
                <a:lnTo>
                  <a:pt x="2580" y="7981"/>
                </a:lnTo>
                <a:lnTo>
                  <a:pt x="2531" y="7641"/>
                </a:lnTo>
                <a:lnTo>
                  <a:pt x="2483" y="7324"/>
                </a:lnTo>
                <a:lnTo>
                  <a:pt x="2483" y="7251"/>
                </a:lnTo>
                <a:lnTo>
                  <a:pt x="2458" y="7178"/>
                </a:lnTo>
                <a:lnTo>
                  <a:pt x="2434" y="7130"/>
                </a:lnTo>
                <a:lnTo>
                  <a:pt x="2410" y="7105"/>
                </a:lnTo>
                <a:lnTo>
                  <a:pt x="2337" y="7057"/>
                </a:lnTo>
                <a:lnTo>
                  <a:pt x="2239" y="7057"/>
                </a:lnTo>
                <a:lnTo>
                  <a:pt x="2166" y="7105"/>
                </a:lnTo>
                <a:lnTo>
                  <a:pt x="2020" y="7130"/>
                </a:lnTo>
                <a:lnTo>
                  <a:pt x="1899" y="7154"/>
                </a:lnTo>
                <a:lnTo>
                  <a:pt x="1826" y="7227"/>
                </a:lnTo>
                <a:lnTo>
                  <a:pt x="1801" y="7300"/>
                </a:lnTo>
                <a:lnTo>
                  <a:pt x="1801" y="7349"/>
                </a:lnTo>
                <a:lnTo>
                  <a:pt x="1801" y="7397"/>
                </a:lnTo>
                <a:lnTo>
                  <a:pt x="1874" y="7446"/>
                </a:lnTo>
                <a:lnTo>
                  <a:pt x="1923" y="7470"/>
                </a:lnTo>
                <a:lnTo>
                  <a:pt x="1899" y="7519"/>
                </a:lnTo>
                <a:lnTo>
                  <a:pt x="1704" y="7519"/>
                </a:lnTo>
                <a:lnTo>
                  <a:pt x="1631" y="7543"/>
                </a:lnTo>
                <a:lnTo>
                  <a:pt x="1558" y="7592"/>
                </a:lnTo>
                <a:lnTo>
                  <a:pt x="1534" y="7665"/>
                </a:lnTo>
                <a:lnTo>
                  <a:pt x="1534" y="7714"/>
                </a:lnTo>
                <a:lnTo>
                  <a:pt x="1558" y="7738"/>
                </a:lnTo>
                <a:lnTo>
                  <a:pt x="1631" y="7811"/>
                </a:lnTo>
                <a:lnTo>
                  <a:pt x="1753" y="7860"/>
                </a:lnTo>
                <a:lnTo>
                  <a:pt x="1728" y="7957"/>
                </a:lnTo>
                <a:lnTo>
                  <a:pt x="1582" y="7957"/>
                </a:lnTo>
                <a:lnTo>
                  <a:pt x="1461" y="8006"/>
                </a:lnTo>
                <a:lnTo>
                  <a:pt x="1412" y="8054"/>
                </a:lnTo>
                <a:lnTo>
                  <a:pt x="1388" y="8127"/>
                </a:lnTo>
                <a:lnTo>
                  <a:pt x="1412" y="8200"/>
                </a:lnTo>
                <a:lnTo>
                  <a:pt x="1461" y="8249"/>
                </a:lnTo>
                <a:lnTo>
                  <a:pt x="1534" y="8273"/>
                </a:lnTo>
                <a:lnTo>
                  <a:pt x="1631" y="8298"/>
                </a:lnTo>
                <a:lnTo>
                  <a:pt x="1582" y="8468"/>
                </a:lnTo>
                <a:lnTo>
                  <a:pt x="1437" y="8468"/>
                </a:lnTo>
                <a:lnTo>
                  <a:pt x="1364" y="8517"/>
                </a:lnTo>
                <a:lnTo>
                  <a:pt x="1291" y="8541"/>
                </a:lnTo>
                <a:lnTo>
                  <a:pt x="1291" y="8590"/>
                </a:lnTo>
                <a:lnTo>
                  <a:pt x="1291" y="8638"/>
                </a:lnTo>
                <a:lnTo>
                  <a:pt x="1339" y="8687"/>
                </a:lnTo>
                <a:lnTo>
                  <a:pt x="1388" y="8736"/>
                </a:lnTo>
                <a:lnTo>
                  <a:pt x="1509" y="8760"/>
                </a:lnTo>
                <a:lnTo>
                  <a:pt x="1485" y="8833"/>
                </a:lnTo>
                <a:lnTo>
                  <a:pt x="1461" y="8930"/>
                </a:lnTo>
                <a:lnTo>
                  <a:pt x="1315" y="8955"/>
                </a:lnTo>
                <a:lnTo>
                  <a:pt x="1242" y="8979"/>
                </a:lnTo>
                <a:lnTo>
                  <a:pt x="1193" y="9028"/>
                </a:lnTo>
                <a:lnTo>
                  <a:pt x="1169" y="9076"/>
                </a:lnTo>
                <a:lnTo>
                  <a:pt x="1169" y="9149"/>
                </a:lnTo>
                <a:lnTo>
                  <a:pt x="1218" y="9198"/>
                </a:lnTo>
                <a:lnTo>
                  <a:pt x="1242" y="9222"/>
                </a:lnTo>
                <a:lnTo>
                  <a:pt x="1364" y="9271"/>
                </a:lnTo>
                <a:lnTo>
                  <a:pt x="1364" y="9295"/>
                </a:lnTo>
                <a:lnTo>
                  <a:pt x="1315" y="9320"/>
                </a:lnTo>
                <a:lnTo>
                  <a:pt x="1169" y="9344"/>
                </a:lnTo>
                <a:lnTo>
                  <a:pt x="1096" y="9393"/>
                </a:lnTo>
                <a:lnTo>
                  <a:pt x="1047" y="9441"/>
                </a:lnTo>
                <a:lnTo>
                  <a:pt x="1023" y="9539"/>
                </a:lnTo>
                <a:lnTo>
                  <a:pt x="1047" y="9563"/>
                </a:lnTo>
                <a:lnTo>
                  <a:pt x="1072" y="9612"/>
                </a:lnTo>
                <a:lnTo>
                  <a:pt x="1120" y="9636"/>
                </a:lnTo>
                <a:lnTo>
                  <a:pt x="1169" y="9660"/>
                </a:lnTo>
                <a:lnTo>
                  <a:pt x="1291" y="9660"/>
                </a:lnTo>
                <a:lnTo>
                  <a:pt x="1266" y="9733"/>
                </a:lnTo>
                <a:lnTo>
                  <a:pt x="1145" y="9733"/>
                </a:lnTo>
                <a:lnTo>
                  <a:pt x="1072" y="9758"/>
                </a:lnTo>
                <a:lnTo>
                  <a:pt x="1023" y="9806"/>
                </a:lnTo>
                <a:lnTo>
                  <a:pt x="999" y="9879"/>
                </a:lnTo>
                <a:lnTo>
                  <a:pt x="1023" y="9952"/>
                </a:lnTo>
                <a:lnTo>
                  <a:pt x="1120" y="10001"/>
                </a:lnTo>
                <a:lnTo>
                  <a:pt x="1218" y="10025"/>
                </a:lnTo>
                <a:lnTo>
                  <a:pt x="1169" y="10269"/>
                </a:lnTo>
                <a:lnTo>
                  <a:pt x="1096" y="10244"/>
                </a:lnTo>
                <a:lnTo>
                  <a:pt x="1023" y="10269"/>
                </a:lnTo>
                <a:lnTo>
                  <a:pt x="974" y="10293"/>
                </a:lnTo>
                <a:lnTo>
                  <a:pt x="926" y="10342"/>
                </a:lnTo>
                <a:lnTo>
                  <a:pt x="926" y="10390"/>
                </a:lnTo>
                <a:lnTo>
                  <a:pt x="926" y="10439"/>
                </a:lnTo>
                <a:lnTo>
                  <a:pt x="950" y="10488"/>
                </a:lnTo>
                <a:lnTo>
                  <a:pt x="999" y="10536"/>
                </a:lnTo>
                <a:lnTo>
                  <a:pt x="1096" y="10609"/>
                </a:lnTo>
                <a:lnTo>
                  <a:pt x="1072" y="10634"/>
                </a:lnTo>
                <a:lnTo>
                  <a:pt x="1047" y="10682"/>
                </a:lnTo>
                <a:lnTo>
                  <a:pt x="1047" y="10755"/>
                </a:lnTo>
                <a:lnTo>
                  <a:pt x="1047" y="10804"/>
                </a:lnTo>
                <a:lnTo>
                  <a:pt x="1145" y="11096"/>
                </a:lnTo>
                <a:lnTo>
                  <a:pt x="1169" y="11291"/>
                </a:lnTo>
                <a:lnTo>
                  <a:pt x="1193" y="11461"/>
                </a:lnTo>
                <a:lnTo>
                  <a:pt x="1193" y="11631"/>
                </a:lnTo>
                <a:lnTo>
                  <a:pt x="1120" y="11777"/>
                </a:lnTo>
                <a:lnTo>
                  <a:pt x="1096" y="11826"/>
                </a:lnTo>
                <a:lnTo>
                  <a:pt x="1023" y="11875"/>
                </a:lnTo>
                <a:lnTo>
                  <a:pt x="950" y="11923"/>
                </a:lnTo>
                <a:lnTo>
                  <a:pt x="780" y="11923"/>
                </a:lnTo>
                <a:lnTo>
                  <a:pt x="707" y="11875"/>
                </a:lnTo>
                <a:lnTo>
                  <a:pt x="658" y="11826"/>
                </a:lnTo>
                <a:lnTo>
                  <a:pt x="609" y="11753"/>
                </a:lnTo>
                <a:lnTo>
                  <a:pt x="512" y="11607"/>
                </a:lnTo>
                <a:lnTo>
                  <a:pt x="463" y="11437"/>
                </a:lnTo>
                <a:lnTo>
                  <a:pt x="463" y="11315"/>
                </a:lnTo>
                <a:lnTo>
                  <a:pt x="463" y="11193"/>
                </a:lnTo>
                <a:lnTo>
                  <a:pt x="512" y="10974"/>
                </a:lnTo>
                <a:lnTo>
                  <a:pt x="585" y="10974"/>
                </a:lnTo>
                <a:lnTo>
                  <a:pt x="634" y="10950"/>
                </a:lnTo>
                <a:lnTo>
                  <a:pt x="658" y="10901"/>
                </a:lnTo>
                <a:lnTo>
                  <a:pt x="658" y="10853"/>
                </a:lnTo>
                <a:lnTo>
                  <a:pt x="609" y="10658"/>
                </a:lnTo>
                <a:lnTo>
                  <a:pt x="585" y="10463"/>
                </a:lnTo>
                <a:lnTo>
                  <a:pt x="561" y="10074"/>
                </a:lnTo>
                <a:lnTo>
                  <a:pt x="585" y="9660"/>
                </a:lnTo>
                <a:lnTo>
                  <a:pt x="634" y="9271"/>
                </a:lnTo>
                <a:lnTo>
                  <a:pt x="731" y="8882"/>
                </a:lnTo>
                <a:lnTo>
                  <a:pt x="828" y="8492"/>
                </a:lnTo>
                <a:lnTo>
                  <a:pt x="1072" y="7714"/>
                </a:lnTo>
                <a:lnTo>
                  <a:pt x="1218" y="7227"/>
                </a:lnTo>
                <a:lnTo>
                  <a:pt x="1412" y="6740"/>
                </a:lnTo>
                <a:lnTo>
                  <a:pt x="1631" y="6302"/>
                </a:lnTo>
                <a:lnTo>
                  <a:pt x="1753" y="6108"/>
                </a:lnTo>
                <a:lnTo>
                  <a:pt x="1899" y="5913"/>
                </a:lnTo>
                <a:lnTo>
                  <a:pt x="2045" y="5743"/>
                </a:lnTo>
                <a:lnTo>
                  <a:pt x="2215" y="5572"/>
                </a:lnTo>
                <a:lnTo>
                  <a:pt x="2385" y="5402"/>
                </a:lnTo>
                <a:lnTo>
                  <a:pt x="2580" y="5280"/>
                </a:lnTo>
                <a:lnTo>
                  <a:pt x="2799" y="5159"/>
                </a:lnTo>
                <a:lnTo>
                  <a:pt x="3042" y="5061"/>
                </a:lnTo>
                <a:lnTo>
                  <a:pt x="3286" y="4964"/>
                </a:lnTo>
                <a:lnTo>
                  <a:pt x="3553" y="4891"/>
                </a:lnTo>
                <a:lnTo>
                  <a:pt x="3845" y="4842"/>
                </a:lnTo>
                <a:lnTo>
                  <a:pt x="4113" y="4818"/>
                </a:lnTo>
                <a:lnTo>
                  <a:pt x="4162" y="4842"/>
                </a:lnTo>
                <a:lnTo>
                  <a:pt x="4259" y="4818"/>
                </a:lnTo>
                <a:close/>
                <a:moveTo>
                  <a:pt x="4259" y="0"/>
                </a:moveTo>
                <a:lnTo>
                  <a:pt x="4016" y="25"/>
                </a:lnTo>
                <a:lnTo>
                  <a:pt x="3797" y="98"/>
                </a:lnTo>
                <a:lnTo>
                  <a:pt x="3675" y="98"/>
                </a:lnTo>
                <a:lnTo>
                  <a:pt x="3578" y="146"/>
                </a:lnTo>
                <a:lnTo>
                  <a:pt x="3334" y="244"/>
                </a:lnTo>
                <a:lnTo>
                  <a:pt x="3140" y="390"/>
                </a:lnTo>
                <a:lnTo>
                  <a:pt x="2945" y="536"/>
                </a:lnTo>
                <a:lnTo>
                  <a:pt x="2799" y="682"/>
                </a:lnTo>
                <a:lnTo>
                  <a:pt x="2677" y="852"/>
                </a:lnTo>
                <a:lnTo>
                  <a:pt x="2556" y="1047"/>
                </a:lnTo>
                <a:lnTo>
                  <a:pt x="2458" y="1241"/>
                </a:lnTo>
                <a:lnTo>
                  <a:pt x="2385" y="1436"/>
                </a:lnTo>
                <a:lnTo>
                  <a:pt x="2337" y="1655"/>
                </a:lnTo>
                <a:lnTo>
                  <a:pt x="2288" y="1850"/>
                </a:lnTo>
                <a:lnTo>
                  <a:pt x="2264" y="2069"/>
                </a:lnTo>
                <a:lnTo>
                  <a:pt x="2264" y="2263"/>
                </a:lnTo>
                <a:lnTo>
                  <a:pt x="2288" y="2434"/>
                </a:lnTo>
                <a:lnTo>
                  <a:pt x="2312" y="2628"/>
                </a:lnTo>
                <a:lnTo>
                  <a:pt x="2361" y="2823"/>
                </a:lnTo>
                <a:lnTo>
                  <a:pt x="2434" y="2993"/>
                </a:lnTo>
                <a:lnTo>
                  <a:pt x="2507" y="3164"/>
                </a:lnTo>
                <a:lnTo>
                  <a:pt x="2604" y="3310"/>
                </a:lnTo>
                <a:lnTo>
                  <a:pt x="2702" y="3480"/>
                </a:lnTo>
                <a:lnTo>
                  <a:pt x="2823" y="3626"/>
                </a:lnTo>
                <a:lnTo>
                  <a:pt x="2945" y="3748"/>
                </a:lnTo>
                <a:lnTo>
                  <a:pt x="3067" y="3869"/>
                </a:lnTo>
                <a:lnTo>
                  <a:pt x="3213" y="3991"/>
                </a:lnTo>
                <a:lnTo>
                  <a:pt x="3383" y="4088"/>
                </a:lnTo>
                <a:lnTo>
                  <a:pt x="3553" y="4161"/>
                </a:lnTo>
                <a:lnTo>
                  <a:pt x="3724" y="4210"/>
                </a:lnTo>
                <a:lnTo>
                  <a:pt x="3894" y="4258"/>
                </a:lnTo>
                <a:lnTo>
                  <a:pt x="3894" y="4404"/>
                </a:lnTo>
                <a:lnTo>
                  <a:pt x="3553" y="4429"/>
                </a:lnTo>
                <a:lnTo>
                  <a:pt x="3261" y="4502"/>
                </a:lnTo>
                <a:lnTo>
                  <a:pt x="2969" y="4575"/>
                </a:lnTo>
                <a:lnTo>
                  <a:pt x="2702" y="4696"/>
                </a:lnTo>
                <a:lnTo>
                  <a:pt x="2458" y="4818"/>
                </a:lnTo>
                <a:lnTo>
                  <a:pt x="2239" y="4964"/>
                </a:lnTo>
                <a:lnTo>
                  <a:pt x="2020" y="5110"/>
                </a:lnTo>
                <a:lnTo>
                  <a:pt x="1826" y="5305"/>
                </a:lnTo>
                <a:lnTo>
                  <a:pt x="1655" y="5499"/>
                </a:lnTo>
                <a:lnTo>
                  <a:pt x="1485" y="5694"/>
                </a:lnTo>
                <a:lnTo>
                  <a:pt x="1339" y="5937"/>
                </a:lnTo>
                <a:lnTo>
                  <a:pt x="1193" y="6156"/>
                </a:lnTo>
                <a:lnTo>
                  <a:pt x="1072" y="6400"/>
                </a:lnTo>
                <a:lnTo>
                  <a:pt x="853" y="6935"/>
                </a:lnTo>
                <a:lnTo>
                  <a:pt x="658" y="7470"/>
                </a:lnTo>
                <a:lnTo>
                  <a:pt x="366" y="8492"/>
                </a:lnTo>
                <a:lnTo>
                  <a:pt x="244" y="9003"/>
                </a:lnTo>
                <a:lnTo>
                  <a:pt x="147" y="9514"/>
                </a:lnTo>
                <a:lnTo>
                  <a:pt x="123" y="9782"/>
                </a:lnTo>
                <a:lnTo>
                  <a:pt x="123" y="10098"/>
                </a:lnTo>
                <a:lnTo>
                  <a:pt x="147" y="10415"/>
                </a:lnTo>
                <a:lnTo>
                  <a:pt x="171" y="10561"/>
                </a:lnTo>
                <a:lnTo>
                  <a:pt x="220" y="10682"/>
                </a:lnTo>
                <a:lnTo>
                  <a:pt x="147" y="10755"/>
                </a:lnTo>
                <a:lnTo>
                  <a:pt x="74" y="10853"/>
                </a:lnTo>
                <a:lnTo>
                  <a:pt x="25" y="10974"/>
                </a:lnTo>
                <a:lnTo>
                  <a:pt x="1" y="11096"/>
                </a:lnTo>
                <a:lnTo>
                  <a:pt x="1" y="11339"/>
                </a:lnTo>
                <a:lnTo>
                  <a:pt x="25" y="11558"/>
                </a:lnTo>
                <a:lnTo>
                  <a:pt x="74" y="11704"/>
                </a:lnTo>
                <a:lnTo>
                  <a:pt x="123" y="11826"/>
                </a:lnTo>
                <a:lnTo>
                  <a:pt x="196" y="11972"/>
                </a:lnTo>
                <a:lnTo>
                  <a:pt x="269" y="12093"/>
                </a:lnTo>
                <a:lnTo>
                  <a:pt x="366" y="12191"/>
                </a:lnTo>
                <a:lnTo>
                  <a:pt x="488" y="12264"/>
                </a:lnTo>
                <a:lnTo>
                  <a:pt x="609" y="12337"/>
                </a:lnTo>
                <a:lnTo>
                  <a:pt x="755" y="12361"/>
                </a:lnTo>
                <a:lnTo>
                  <a:pt x="926" y="12385"/>
                </a:lnTo>
                <a:lnTo>
                  <a:pt x="1072" y="12361"/>
                </a:lnTo>
                <a:lnTo>
                  <a:pt x="1193" y="12312"/>
                </a:lnTo>
                <a:lnTo>
                  <a:pt x="1291" y="12264"/>
                </a:lnTo>
                <a:lnTo>
                  <a:pt x="1388" y="12166"/>
                </a:lnTo>
                <a:lnTo>
                  <a:pt x="1461" y="12069"/>
                </a:lnTo>
                <a:lnTo>
                  <a:pt x="1509" y="11947"/>
                </a:lnTo>
                <a:lnTo>
                  <a:pt x="1534" y="11802"/>
                </a:lnTo>
                <a:lnTo>
                  <a:pt x="1582" y="11510"/>
                </a:lnTo>
                <a:lnTo>
                  <a:pt x="1582" y="11218"/>
                </a:lnTo>
                <a:lnTo>
                  <a:pt x="1534" y="10950"/>
                </a:lnTo>
                <a:lnTo>
                  <a:pt x="1461" y="10707"/>
                </a:lnTo>
                <a:lnTo>
                  <a:pt x="1437" y="10658"/>
                </a:lnTo>
                <a:lnTo>
                  <a:pt x="1485" y="10536"/>
                </a:lnTo>
                <a:lnTo>
                  <a:pt x="1509" y="10488"/>
                </a:lnTo>
                <a:lnTo>
                  <a:pt x="1534" y="10269"/>
                </a:lnTo>
                <a:lnTo>
                  <a:pt x="1582" y="10025"/>
                </a:lnTo>
                <a:lnTo>
                  <a:pt x="1704" y="9539"/>
                </a:lnTo>
                <a:lnTo>
                  <a:pt x="1850" y="9028"/>
                </a:lnTo>
                <a:lnTo>
                  <a:pt x="2142" y="8103"/>
                </a:lnTo>
                <a:lnTo>
                  <a:pt x="2118" y="9344"/>
                </a:lnTo>
                <a:lnTo>
                  <a:pt x="2045" y="10585"/>
                </a:lnTo>
                <a:lnTo>
                  <a:pt x="1947" y="11826"/>
                </a:lnTo>
                <a:lnTo>
                  <a:pt x="1826" y="13067"/>
                </a:lnTo>
                <a:lnTo>
                  <a:pt x="1680" y="14648"/>
                </a:lnTo>
                <a:lnTo>
                  <a:pt x="1558" y="16254"/>
                </a:lnTo>
                <a:lnTo>
                  <a:pt x="1412" y="17860"/>
                </a:lnTo>
                <a:lnTo>
                  <a:pt x="1339" y="18663"/>
                </a:lnTo>
                <a:lnTo>
                  <a:pt x="1218" y="19442"/>
                </a:lnTo>
                <a:lnTo>
                  <a:pt x="1242" y="19564"/>
                </a:lnTo>
                <a:lnTo>
                  <a:pt x="1120" y="19612"/>
                </a:lnTo>
                <a:lnTo>
                  <a:pt x="1023" y="19661"/>
                </a:lnTo>
                <a:lnTo>
                  <a:pt x="950" y="19734"/>
                </a:lnTo>
                <a:lnTo>
                  <a:pt x="853" y="19831"/>
                </a:lnTo>
                <a:lnTo>
                  <a:pt x="731" y="20026"/>
                </a:lnTo>
                <a:lnTo>
                  <a:pt x="634" y="20245"/>
                </a:lnTo>
                <a:lnTo>
                  <a:pt x="634" y="20342"/>
                </a:lnTo>
                <a:lnTo>
                  <a:pt x="609" y="20464"/>
                </a:lnTo>
                <a:lnTo>
                  <a:pt x="634" y="20561"/>
                </a:lnTo>
                <a:lnTo>
                  <a:pt x="658" y="20683"/>
                </a:lnTo>
                <a:lnTo>
                  <a:pt x="731" y="20780"/>
                </a:lnTo>
                <a:lnTo>
                  <a:pt x="804" y="20853"/>
                </a:lnTo>
                <a:lnTo>
                  <a:pt x="901" y="20926"/>
                </a:lnTo>
                <a:lnTo>
                  <a:pt x="1023" y="20999"/>
                </a:lnTo>
                <a:lnTo>
                  <a:pt x="1145" y="21023"/>
                </a:lnTo>
                <a:lnTo>
                  <a:pt x="1266" y="21048"/>
                </a:lnTo>
                <a:lnTo>
                  <a:pt x="1558" y="21072"/>
                </a:lnTo>
                <a:lnTo>
                  <a:pt x="1874" y="21048"/>
                </a:lnTo>
                <a:lnTo>
                  <a:pt x="2191" y="20975"/>
                </a:lnTo>
                <a:lnTo>
                  <a:pt x="2483" y="20877"/>
                </a:lnTo>
                <a:lnTo>
                  <a:pt x="2775" y="20731"/>
                </a:lnTo>
                <a:lnTo>
                  <a:pt x="3042" y="20610"/>
                </a:lnTo>
                <a:lnTo>
                  <a:pt x="3261" y="20439"/>
                </a:lnTo>
                <a:lnTo>
                  <a:pt x="3334" y="20366"/>
                </a:lnTo>
                <a:lnTo>
                  <a:pt x="3359" y="20293"/>
                </a:lnTo>
                <a:lnTo>
                  <a:pt x="3383" y="20269"/>
                </a:lnTo>
                <a:lnTo>
                  <a:pt x="3456" y="20172"/>
                </a:lnTo>
                <a:lnTo>
                  <a:pt x="3480" y="20050"/>
                </a:lnTo>
                <a:lnTo>
                  <a:pt x="3529" y="19807"/>
                </a:lnTo>
                <a:lnTo>
                  <a:pt x="3699" y="18542"/>
                </a:lnTo>
                <a:lnTo>
                  <a:pt x="3870" y="16984"/>
                </a:lnTo>
                <a:lnTo>
                  <a:pt x="4040" y="15427"/>
                </a:lnTo>
                <a:lnTo>
                  <a:pt x="4064" y="15184"/>
                </a:lnTo>
                <a:lnTo>
                  <a:pt x="4089" y="15111"/>
                </a:lnTo>
                <a:lnTo>
                  <a:pt x="4089" y="15062"/>
                </a:lnTo>
                <a:lnTo>
                  <a:pt x="4186" y="14089"/>
                </a:lnTo>
                <a:lnTo>
                  <a:pt x="4186" y="14040"/>
                </a:lnTo>
                <a:lnTo>
                  <a:pt x="4186" y="13991"/>
                </a:lnTo>
                <a:lnTo>
                  <a:pt x="4186" y="13967"/>
                </a:lnTo>
                <a:lnTo>
                  <a:pt x="4210" y="13870"/>
                </a:lnTo>
                <a:lnTo>
                  <a:pt x="4308" y="14186"/>
                </a:lnTo>
                <a:lnTo>
                  <a:pt x="4454" y="14892"/>
                </a:lnTo>
                <a:lnTo>
                  <a:pt x="4575" y="15597"/>
                </a:lnTo>
                <a:lnTo>
                  <a:pt x="4673" y="16327"/>
                </a:lnTo>
                <a:lnTo>
                  <a:pt x="4721" y="17057"/>
                </a:lnTo>
                <a:lnTo>
                  <a:pt x="4843" y="18493"/>
                </a:lnTo>
                <a:lnTo>
                  <a:pt x="4916" y="19223"/>
                </a:lnTo>
                <a:lnTo>
                  <a:pt x="5013" y="19953"/>
                </a:lnTo>
                <a:lnTo>
                  <a:pt x="5038" y="20147"/>
                </a:lnTo>
                <a:lnTo>
                  <a:pt x="5111" y="20342"/>
                </a:lnTo>
                <a:lnTo>
                  <a:pt x="5208" y="20537"/>
                </a:lnTo>
                <a:lnTo>
                  <a:pt x="5354" y="20683"/>
                </a:lnTo>
                <a:lnTo>
                  <a:pt x="5500" y="20780"/>
                </a:lnTo>
                <a:lnTo>
                  <a:pt x="5670" y="20853"/>
                </a:lnTo>
                <a:lnTo>
                  <a:pt x="5865" y="20877"/>
                </a:lnTo>
                <a:lnTo>
                  <a:pt x="6084" y="20853"/>
                </a:lnTo>
                <a:lnTo>
                  <a:pt x="6303" y="20877"/>
                </a:lnTo>
                <a:lnTo>
                  <a:pt x="6522" y="20902"/>
                </a:lnTo>
                <a:lnTo>
                  <a:pt x="6741" y="20877"/>
                </a:lnTo>
                <a:lnTo>
                  <a:pt x="6936" y="20853"/>
                </a:lnTo>
                <a:lnTo>
                  <a:pt x="7155" y="20780"/>
                </a:lnTo>
                <a:lnTo>
                  <a:pt x="7325" y="20683"/>
                </a:lnTo>
                <a:lnTo>
                  <a:pt x="7495" y="20561"/>
                </a:lnTo>
                <a:lnTo>
                  <a:pt x="7666" y="20391"/>
                </a:lnTo>
                <a:lnTo>
                  <a:pt x="7714" y="20293"/>
                </a:lnTo>
                <a:lnTo>
                  <a:pt x="7739" y="20220"/>
                </a:lnTo>
                <a:lnTo>
                  <a:pt x="7739" y="20123"/>
                </a:lnTo>
                <a:lnTo>
                  <a:pt x="7739" y="20026"/>
                </a:lnTo>
                <a:lnTo>
                  <a:pt x="7739" y="19929"/>
                </a:lnTo>
                <a:lnTo>
                  <a:pt x="7690" y="19831"/>
                </a:lnTo>
                <a:lnTo>
                  <a:pt x="7666" y="19758"/>
                </a:lnTo>
                <a:lnTo>
                  <a:pt x="7593" y="19685"/>
                </a:lnTo>
                <a:lnTo>
                  <a:pt x="7495" y="19612"/>
                </a:lnTo>
                <a:lnTo>
                  <a:pt x="7374" y="19539"/>
                </a:lnTo>
                <a:lnTo>
                  <a:pt x="7130" y="19442"/>
                </a:lnTo>
                <a:lnTo>
                  <a:pt x="7130" y="19418"/>
                </a:lnTo>
                <a:lnTo>
                  <a:pt x="7057" y="19126"/>
                </a:lnTo>
                <a:lnTo>
                  <a:pt x="7009" y="18809"/>
                </a:lnTo>
                <a:lnTo>
                  <a:pt x="6984" y="18152"/>
                </a:lnTo>
                <a:lnTo>
                  <a:pt x="6936" y="16546"/>
                </a:lnTo>
                <a:lnTo>
                  <a:pt x="6863" y="15476"/>
                </a:lnTo>
                <a:lnTo>
                  <a:pt x="6765" y="14405"/>
                </a:lnTo>
                <a:lnTo>
                  <a:pt x="6668" y="13334"/>
                </a:lnTo>
                <a:lnTo>
                  <a:pt x="6595" y="12288"/>
                </a:lnTo>
                <a:lnTo>
                  <a:pt x="6571" y="10804"/>
                </a:lnTo>
                <a:lnTo>
                  <a:pt x="6546" y="9344"/>
                </a:lnTo>
                <a:lnTo>
                  <a:pt x="6546" y="8395"/>
                </a:lnTo>
                <a:lnTo>
                  <a:pt x="6644" y="8663"/>
                </a:lnTo>
                <a:lnTo>
                  <a:pt x="6765" y="8930"/>
                </a:lnTo>
                <a:lnTo>
                  <a:pt x="6814" y="9174"/>
                </a:lnTo>
                <a:lnTo>
                  <a:pt x="6887" y="9417"/>
                </a:lnTo>
                <a:lnTo>
                  <a:pt x="6936" y="9904"/>
                </a:lnTo>
                <a:lnTo>
                  <a:pt x="6984" y="10415"/>
                </a:lnTo>
                <a:lnTo>
                  <a:pt x="7057" y="10901"/>
                </a:lnTo>
                <a:lnTo>
                  <a:pt x="6960" y="11120"/>
                </a:lnTo>
                <a:lnTo>
                  <a:pt x="6911" y="11339"/>
                </a:lnTo>
                <a:lnTo>
                  <a:pt x="6887" y="11583"/>
                </a:lnTo>
                <a:lnTo>
                  <a:pt x="6936" y="11802"/>
                </a:lnTo>
                <a:lnTo>
                  <a:pt x="6960" y="11923"/>
                </a:lnTo>
                <a:lnTo>
                  <a:pt x="7009" y="12020"/>
                </a:lnTo>
                <a:lnTo>
                  <a:pt x="7057" y="12093"/>
                </a:lnTo>
                <a:lnTo>
                  <a:pt x="7130" y="12166"/>
                </a:lnTo>
                <a:lnTo>
                  <a:pt x="7228" y="12239"/>
                </a:lnTo>
                <a:lnTo>
                  <a:pt x="7325" y="12288"/>
                </a:lnTo>
                <a:lnTo>
                  <a:pt x="7447" y="12312"/>
                </a:lnTo>
                <a:lnTo>
                  <a:pt x="7714" y="12312"/>
                </a:lnTo>
                <a:lnTo>
                  <a:pt x="7860" y="12264"/>
                </a:lnTo>
                <a:lnTo>
                  <a:pt x="7982" y="12215"/>
                </a:lnTo>
                <a:lnTo>
                  <a:pt x="8104" y="12142"/>
                </a:lnTo>
                <a:lnTo>
                  <a:pt x="8201" y="12045"/>
                </a:lnTo>
                <a:lnTo>
                  <a:pt x="8298" y="11947"/>
                </a:lnTo>
                <a:lnTo>
                  <a:pt x="8371" y="11826"/>
                </a:lnTo>
                <a:lnTo>
                  <a:pt x="8444" y="11704"/>
                </a:lnTo>
                <a:lnTo>
                  <a:pt x="8517" y="11510"/>
                </a:lnTo>
                <a:lnTo>
                  <a:pt x="8542" y="11291"/>
                </a:lnTo>
                <a:lnTo>
                  <a:pt x="8517" y="11193"/>
                </a:lnTo>
                <a:lnTo>
                  <a:pt x="8493" y="11096"/>
                </a:lnTo>
                <a:lnTo>
                  <a:pt x="8469" y="10999"/>
                </a:lnTo>
                <a:lnTo>
                  <a:pt x="8396" y="10926"/>
                </a:lnTo>
                <a:lnTo>
                  <a:pt x="8469" y="10269"/>
                </a:lnTo>
                <a:lnTo>
                  <a:pt x="8493" y="9587"/>
                </a:lnTo>
                <a:lnTo>
                  <a:pt x="8469" y="8906"/>
                </a:lnTo>
                <a:lnTo>
                  <a:pt x="8396" y="8249"/>
                </a:lnTo>
                <a:lnTo>
                  <a:pt x="8323" y="7908"/>
                </a:lnTo>
                <a:lnTo>
                  <a:pt x="8250" y="7568"/>
                </a:lnTo>
                <a:lnTo>
                  <a:pt x="8177" y="7251"/>
                </a:lnTo>
                <a:lnTo>
                  <a:pt x="8079" y="6935"/>
                </a:lnTo>
                <a:lnTo>
                  <a:pt x="7958" y="6619"/>
                </a:lnTo>
                <a:lnTo>
                  <a:pt x="7812" y="6327"/>
                </a:lnTo>
                <a:lnTo>
                  <a:pt x="7666" y="6035"/>
                </a:lnTo>
                <a:lnTo>
                  <a:pt x="7495" y="5743"/>
                </a:lnTo>
                <a:lnTo>
                  <a:pt x="7349" y="5548"/>
                </a:lnTo>
                <a:lnTo>
                  <a:pt x="7203" y="5378"/>
                </a:lnTo>
                <a:lnTo>
                  <a:pt x="7057" y="5232"/>
                </a:lnTo>
                <a:lnTo>
                  <a:pt x="6887" y="5086"/>
                </a:lnTo>
                <a:lnTo>
                  <a:pt x="6717" y="4940"/>
                </a:lnTo>
                <a:lnTo>
                  <a:pt x="6522" y="4842"/>
                </a:lnTo>
                <a:lnTo>
                  <a:pt x="6327" y="4745"/>
                </a:lnTo>
                <a:lnTo>
                  <a:pt x="6133" y="4648"/>
                </a:lnTo>
                <a:lnTo>
                  <a:pt x="5719" y="4502"/>
                </a:lnTo>
                <a:lnTo>
                  <a:pt x="5305" y="4429"/>
                </a:lnTo>
                <a:lnTo>
                  <a:pt x="4867" y="4380"/>
                </a:lnTo>
                <a:lnTo>
                  <a:pt x="4405" y="4356"/>
                </a:lnTo>
                <a:lnTo>
                  <a:pt x="4405" y="4307"/>
                </a:lnTo>
                <a:lnTo>
                  <a:pt x="4405" y="4283"/>
                </a:lnTo>
                <a:lnTo>
                  <a:pt x="4600" y="4258"/>
                </a:lnTo>
                <a:lnTo>
                  <a:pt x="4794" y="4185"/>
                </a:lnTo>
                <a:lnTo>
                  <a:pt x="4965" y="4112"/>
                </a:lnTo>
                <a:lnTo>
                  <a:pt x="5159" y="4015"/>
                </a:lnTo>
                <a:lnTo>
                  <a:pt x="5305" y="3893"/>
                </a:lnTo>
                <a:lnTo>
                  <a:pt x="5451" y="3772"/>
                </a:lnTo>
                <a:lnTo>
                  <a:pt x="5597" y="3626"/>
                </a:lnTo>
                <a:lnTo>
                  <a:pt x="5719" y="3456"/>
                </a:lnTo>
                <a:lnTo>
                  <a:pt x="5841" y="3310"/>
                </a:lnTo>
                <a:lnTo>
                  <a:pt x="5938" y="3115"/>
                </a:lnTo>
                <a:lnTo>
                  <a:pt x="6035" y="2945"/>
                </a:lnTo>
                <a:lnTo>
                  <a:pt x="6108" y="2750"/>
                </a:lnTo>
                <a:lnTo>
                  <a:pt x="6181" y="2555"/>
                </a:lnTo>
                <a:lnTo>
                  <a:pt x="6230" y="2361"/>
                </a:lnTo>
                <a:lnTo>
                  <a:pt x="6254" y="2166"/>
                </a:lnTo>
                <a:lnTo>
                  <a:pt x="6279" y="1971"/>
                </a:lnTo>
                <a:lnTo>
                  <a:pt x="6254" y="1752"/>
                </a:lnTo>
                <a:lnTo>
                  <a:pt x="6230" y="1533"/>
                </a:lnTo>
                <a:lnTo>
                  <a:pt x="6157" y="1314"/>
                </a:lnTo>
                <a:lnTo>
                  <a:pt x="6060" y="1095"/>
                </a:lnTo>
                <a:lnTo>
                  <a:pt x="5962" y="925"/>
                </a:lnTo>
                <a:lnTo>
                  <a:pt x="5816" y="730"/>
                </a:lnTo>
                <a:lnTo>
                  <a:pt x="5670" y="584"/>
                </a:lnTo>
                <a:lnTo>
                  <a:pt x="5500" y="438"/>
                </a:lnTo>
                <a:lnTo>
                  <a:pt x="5305" y="292"/>
                </a:lnTo>
                <a:lnTo>
                  <a:pt x="5111" y="195"/>
                </a:lnTo>
                <a:lnTo>
                  <a:pt x="4892" y="98"/>
                </a:lnTo>
                <a:lnTo>
                  <a:pt x="4697" y="49"/>
                </a:lnTo>
                <a:lnTo>
                  <a:pt x="4478" y="25"/>
                </a:lnTo>
                <a:lnTo>
                  <a:pt x="4259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886902" y="2946523"/>
            <a:ext cx="346227" cy="348325"/>
          </a:xfrm>
          <a:custGeom>
            <a:avLst/>
            <a:gdLst/>
            <a:ahLst/>
            <a:cxnLst/>
            <a:rect l="l" t="t" r="r" b="b"/>
            <a:pathLst>
              <a:path w="15842" h="15938" extrusionOk="0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427565" y="2951067"/>
            <a:ext cx="346205" cy="339235"/>
          </a:xfrm>
          <a:custGeom>
            <a:avLst/>
            <a:gdLst/>
            <a:ahLst/>
            <a:cxnLst/>
            <a:rect l="l" t="t" r="r" b="b"/>
            <a:pathLst>
              <a:path w="15841" h="15938" extrusionOk="0">
                <a:moveTo>
                  <a:pt x="4502" y="7470"/>
                </a:moveTo>
                <a:lnTo>
                  <a:pt x="4575" y="7495"/>
                </a:lnTo>
                <a:lnTo>
                  <a:pt x="4648" y="7543"/>
                </a:lnTo>
                <a:lnTo>
                  <a:pt x="4696" y="7616"/>
                </a:lnTo>
                <a:lnTo>
                  <a:pt x="4721" y="7714"/>
                </a:lnTo>
                <a:lnTo>
                  <a:pt x="4721" y="7787"/>
                </a:lnTo>
                <a:lnTo>
                  <a:pt x="4696" y="7908"/>
                </a:lnTo>
                <a:lnTo>
                  <a:pt x="4623" y="7981"/>
                </a:lnTo>
                <a:lnTo>
                  <a:pt x="4550" y="8054"/>
                </a:lnTo>
                <a:lnTo>
                  <a:pt x="4429" y="8079"/>
                </a:lnTo>
                <a:lnTo>
                  <a:pt x="4307" y="8054"/>
                </a:lnTo>
                <a:lnTo>
                  <a:pt x="4234" y="7981"/>
                </a:lnTo>
                <a:lnTo>
                  <a:pt x="4161" y="7908"/>
                </a:lnTo>
                <a:lnTo>
                  <a:pt x="4137" y="7787"/>
                </a:lnTo>
                <a:lnTo>
                  <a:pt x="4161" y="7665"/>
                </a:lnTo>
                <a:lnTo>
                  <a:pt x="4234" y="7543"/>
                </a:lnTo>
                <a:lnTo>
                  <a:pt x="4307" y="7495"/>
                </a:lnTo>
                <a:lnTo>
                  <a:pt x="4404" y="7470"/>
                </a:lnTo>
                <a:close/>
                <a:moveTo>
                  <a:pt x="10877" y="7470"/>
                </a:moveTo>
                <a:lnTo>
                  <a:pt x="10950" y="7495"/>
                </a:lnTo>
                <a:lnTo>
                  <a:pt x="11023" y="7543"/>
                </a:lnTo>
                <a:lnTo>
                  <a:pt x="11071" y="7616"/>
                </a:lnTo>
                <a:lnTo>
                  <a:pt x="11096" y="7714"/>
                </a:lnTo>
                <a:lnTo>
                  <a:pt x="11096" y="7787"/>
                </a:lnTo>
                <a:lnTo>
                  <a:pt x="11071" y="7908"/>
                </a:lnTo>
                <a:lnTo>
                  <a:pt x="10998" y="7981"/>
                </a:lnTo>
                <a:lnTo>
                  <a:pt x="10926" y="8054"/>
                </a:lnTo>
                <a:lnTo>
                  <a:pt x="10804" y="8079"/>
                </a:lnTo>
                <a:lnTo>
                  <a:pt x="10682" y="8054"/>
                </a:lnTo>
                <a:lnTo>
                  <a:pt x="10609" y="7981"/>
                </a:lnTo>
                <a:lnTo>
                  <a:pt x="10536" y="7908"/>
                </a:lnTo>
                <a:lnTo>
                  <a:pt x="10512" y="7787"/>
                </a:lnTo>
                <a:lnTo>
                  <a:pt x="10536" y="7665"/>
                </a:lnTo>
                <a:lnTo>
                  <a:pt x="10609" y="7543"/>
                </a:lnTo>
                <a:lnTo>
                  <a:pt x="10682" y="7495"/>
                </a:lnTo>
                <a:lnTo>
                  <a:pt x="10780" y="7470"/>
                </a:lnTo>
                <a:close/>
                <a:moveTo>
                  <a:pt x="4477" y="7081"/>
                </a:moveTo>
                <a:lnTo>
                  <a:pt x="4307" y="7105"/>
                </a:lnTo>
                <a:lnTo>
                  <a:pt x="4137" y="7178"/>
                </a:lnTo>
                <a:lnTo>
                  <a:pt x="4015" y="7300"/>
                </a:lnTo>
                <a:lnTo>
                  <a:pt x="3893" y="7446"/>
                </a:lnTo>
                <a:lnTo>
                  <a:pt x="3820" y="7568"/>
                </a:lnTo>
                <a:lnTo>
                  <a:pt x="3772" y="7714"/>
                </a:lnTo>
                <a:lnTo>
                  <a:pt x="3723" y="7835"/>
                </a:lnTo>
                <a:lnTo>
                  <a:pt x="3723" y="7981"/>
                </a:lnTo>
                <a:lnTo>
                  <a:pt x="3674" y="8225"/>
                </a:lnTo>
                <a:lnTo>
                  <a:pt x="3674" y="8395"/>
                </a:lnTo>
                <a:lnTo>
                  <a:pt x="3723" y="8565"/>
                </a:lnTo>
                <a:lnTo>
                  <a:pt x="3772" y="8711"/>
                </a:lnTo>
                <a:lnTo>
                  <a:pt x="3869" y="8833"/>
                </a:lnTo>
                <a:lnTo>
                  <a:pt x="3966" y="8955"/>
                </a:lnTo>
                <a:lnTo>
                  <a:pt x="4088" y="9028"/>
                </a:lnTo>
                <a:lnTo>
                  <a:pt x="4234" y="9101"/>
                </a:lnTo>
                <a:lnTo>
                  <a:pt x="4404" y="9149"/>
                </a:lnTo>
                <a:lnTo>
                  <a:pt x="4599" y="9174"/>
                </a:lnTo>
                <a:lnTo>
                  <a:pt x="4769" y="9149"/>
                </a:lnTo>
                <a:lnTo>
                  <a:pt x="4940" y="9101"/>
                </a:lnTo>
                <a:lnTo>
                  <a:pt x="5086" y="9028"/>
                </a:lnTo>
                <a:lnTo>
                  <a:pt x="5207" y="8930"/>
                </a:lnTo>
                <a:lnTo>
                  <a:pt x="5329" y="8809"/>
                </a:lnTo>
                <a:lnTo>
                  <a:pt x="5426" y="8663"/>
                </a:lnTo>
                <a:lnTo>
                  <a:pt x="5499" y="8517"/>
                </a:lnTo>
                <a:lnTo>
                  <a:pt x="5548" y="8346"/>
                </a:lnTo>
                <a:lnTo>
                  <a:pt x="5572" y="8176"/>
                </a:lnTo>
                <a:lnTo>
                  <a:pt x="5548" y="8006"/>
                </a:lnTo>
                <a:lnTo>
                  <a:pt x="5524" y="7835"/>
                </a:lnTo>
                <a:lnTo>
                  <a:pt x="5475" y="7689"/>
                </a:lnTo>
                <a:lnTo>
                  <a:pt x="5402" y="7519"/>
                </a:lnTo>
                <a:lnTo>
                  <a:pt x="5280" y="7397"/>
                </a:lnTo>
                <a:lnTo>
                  <a:pt x="5134" y="7251"/>
                </a:lnTo>
                <a:lnTo>
                  <a:pt x="4988" y="7154"/>
                </a:lnTo>
                <a:lnTo>
                  <a:pt x="4818" y="7105"/>
                </a:lnTo>
                <a:lnTo>
                  <a:pt x="4648" y="7081"/>
                </a:lnTo>
                <a:close/>
                <a:moveTo>
                  <a:pt x="10853" y="7081"/>
                </a:moveTo>
                <a:lnTo>
                  <a:pt x="10682" y="7105"/>
                </a:lnTo>
                <a:lnTo>
                  <a:pt x="10512" y="7178"/>
                </a:lnTo>
                <a:lnTo>
                  <a:pt x="10390" y="7300"/>
                </a:lnTo>
                <a:lnTo>
                  <a:pt x="10269" y="7446"/>
                </a:lnTo>
                <a:lnTo>
                  <a:pt x="10196" y="7568"/>
                </a:lnTo>
                <a:lnTo>
                  <a:pt x="10147" y="7714"/>
                </a:lnTo>
                <a:lnTo>
                  <a:pt x="10098" y="7835"/>
                </a:lnTo>
                <a:lnTo>
                  <a:pt x="10098" y="7981"/>
                </a:lnTo>
                <a:lnTo>
                  <a:pt x="10050" y="8225"/>
                </a:lnTo>
                <a:lnTo>
                  <a:pt x="10050" y="8395"/>
                </a:lnTo>
                <a:lnTo>
                  <a:pt x="10098" y="8565"/>
                </a:lnTo>
                <a:lnTo>
                  <a:pt x="10147" y="8711"/>
                </a:lnTo>
                <a:lnTo>
                  <a:pt x="10244" y="8833"/>
                </a:lnTo>
                <a:lnTo>
                  <a:pt x="10342" y="8955"/>
                </a:lnTo>
                <a:lnTo>
                  <a:pt x="10463" y="9028"/>
                </a:lnTo>
                <a:lnTo>
                  <a:pt x="10609" y="9101"/>
                </a:lnTo>
                <a:lnTo>
                  <a:pt x="10780" y="9149"/>
                </a:lnTo>
                <a:lnTo>
                  <a:pt x="10974" y="9174"/>
                </a:lnTo>
                <a:lnTo>
                  <a:pt x="11144" y="9149"/>
                </a:lnTo>
                <a:lnTo>
                  <a:pt x="11315" y="9101"/>
                </a:lnTo>
                <a:lnTo>
                  <a:pt x="11461" y="9028"/>
                </a:lnTo>
                <a:lnTo>
                  <a:pt x="11582" y="8930"/>
                </a:lnTo>
                <a:lnTo>
                  <a:pt x="11704" y="8809"/>
                </a:lnTo>
                <a:lnTo>
                  <a:pt x="11801" y="8663"/>
                </a:lnTo>
                <a:lnTo>
                  <a:pt x="11874" y="8517"/>
                </a:lnTo>
                <a:lnTo>
                  <a:pt x="11923" y="8346"/>
                </a:lnTo>
                <a:lnTo>
                  <a:pt x="11947" y="8176"/>
                </a:lnTo>
                <a:lnTo>
                  <a:pt x="11923" y="8006"/>
                </a:lnTo>
                <a:lnTo>
                  <a:pt x="11899" y="7835"/>
                </a:lnTo>
                <a:lnTo>
                  <a:pt x="11850" y="7689"/>
                </a:lnTo>
                <a:lnTo>
                  <a:pt x="11777" y="7519"/>
                </a:lnTo>
                <a:lnTo>
                  <a:pt x="11655" y="7397"/>
                </a:lnTo>
                <a:lnTo>
                  <a:pt x="11509" y="7251"/>
                </a:lnTo>
                <a:lnTo>
                  <a:pt x="11363" y="7154"/>
                </a:lnTo>
                <a:lnTo>
                  <a:pt x="11193" y="7105"/>
                </a:lnTo>
                <a:lnTo>
                  <a:pt x="11023" y="7081"/>
                </a:lnTo>
                <a:close/>
                <a:moveTo>
                  <a:pt x="7787" y="10244"/>
                </a:moveTo>
                <a:lnTo>
                  <a:pt x="7470" y="10268"/>
                </a:lnTo>
                <a:lnTo>
                  <a:pt x="7154" y="10293"/>
                </a:lnTo>
                <a:lnTo>
                  <a:pt x="6643" y="10390"/>
                </a:lnTo>
                <a:lnTo>
                  <a:pt x="6132" y="10536"/>
                </a:lnTo>
                <a:lnTo>
                  <a:pt x="5645" y="10731"/>
                </a:lnTo>
                <a:lnTo>
                  <a:pt x="5159" y="10950"/>
                </a:lnTo>
                <a:lnTo>
                  <a:pt x="4745" y="11144"/>
                </a:lnTo>
                <a:lnTo>
                  <a:pt x="4502" y="11266"/>
                </a:lnTo>
                <a:lnTo>
                  <a:pt x="4283" y="11388"/>
                </a:lnTo>
                <a:lnTo>
                  <a:pt x="4088" y="11534"/>
                </a:lnTo>
                <a:lnTo>
                  <a:pt x="3918" y="11704"/>
                </a:lnTo>
                <a:lnTo>
                  <a:pt x="3772" y="11899"/>
                </a:lnTo>
                <a:lnTo>
                  <a:pt x="3723" y="11996"/>
                </a:lnTo>
                <a:lnTo>
                  <a:pt x="3699" y="12118"/>
                </a:lnTo>
                <a:lnTo>
                  <a:pt x="3699" y="12166"/>
                </a:lnTo>
                <a:lnTo>
                  <a:pt x="3699" y="12239"/>
                </a:lnTo>
                <a:lnTo>
                  <a:pt x="3747" y="12288"/>
                </a:lnTo>
                <a:lnTo>
                  <a:pt x="3796" y="12312"/>
                </a:lnTo>
                <a:lnTo>
                  <a:pt x="3918" y="12312"/>
                </a:lnTo>
                <a:lnTo>
                  <a:pt x="3966" y="12288"/>
                </a:lnTo>
                <a:lnTo>
                  <a:pt x="4015" y="12239"/>
                </a:lnTo>
                <a:lnTo>
                  <a:pt x="4161" y="12093"/>
                </a:lnTo>
                <a:lnTo>
                  <a:pt x="4307" y="11947"/>
                </a:lnTo>
                <a:lnTo>
                  <a:pt x="4502" y="11826"/>
                </a:lnTo>
                <a:lnTo>
                  <a:pt x="4721" y="11704"/>
                </a:lnTo>
                <a:lnTo>
                  <a:pt x="5134" y="11509"/>
                </a:lnTo>
                <a:lnTo>
                  <a:pt x="5524" y="11339"/>
                </a:lnTo>
                <a:lnTo>
                  <a:pt x="5937" y="11169"/>
                </a:lnTo>
                <a:lnTo>
                  <a:pt x="6375" y="11023"/>
                </a:lnTo>
                <a:lnTo>
                  <a:pt x="6813" y="10901"/>
                </a:lnTo>
                <a:lnTo>
                  <a:pt x="7032" y="10852"/>
                </a:lnTo>
                <a:lnTo>
                  <a:pt x="7276" y="10828"/>
                </a:lnTo>
                <a:lnTo>
                  <a:pt x="7835" y="10804"/>
                </a:lnTo>
                <a:lnTo>
                  <a:pt x="8419" y="10828"/>
                </a:lnTo>
                <a:lnTo>
                  <a:pt x="9003" y="10901"/>
                </a:lnTo>
                <a:lnTo>
                  <a:pt x="9295" y="10950"/>
                </a:lnTo>
                <a:lnTo>
                  <a:pt x="9587" y="11023"/>
                </a:lnTo>
                <a:lnTo>
                  <a:pt x="9879" y="11120"/>
                </a:lnTo>
                <a:lnTo>
                  <a:pt x="10147" y="11242"/>
                </a:lnTo>
                <a:lnTo>
                  <a:pt x="10415" y="11363"/>
                </a:lnTo>
                <a:lnTo>
                  <a:pt x="10658" y="11509"/>
                </a:lnTo>
                <a:lnTo>
                  <a:pt x="10901" y="11655"/>
                </a:lnTo>
                <a:lnTo>
                  <a:pt x="11120" y="11850"/>
                </a:lnTo>
                <a:lnTo>
                  <a:pt x="11315" y="12045"/>
                </a:lnTo>
                <a:lnTo>
                  <a:pt x="11485" y="12288"/>
                </a:lnTo>
                <a:lnTo>
                  <a:pt x="11582" y="12361"/>
                </a:lnTo>
                <a:lnTo>
                  <a:pt x="11680" y="12410"/>
                </a:lnTo>
                <a:lnTo>
                  <a:pt x="11777" y="12410"/>
                </a:lnTo>
                <a:lnTo>
                  <a:pt x="11874" y="12361"/>
                </a:lnTo>
                <a:lnTo>
                  <a:pt x="11947" y="12288"/>
                </a:lnTo>
                <a:lnTo>
                  <a:pt x="11996" y="12215"/>
                </a:lnTo>
                <a:lnTo>
                  <a:pt x="12020" y="12118"/>
                </a:lnTo>
                <a:lnTo>
                  <a:pt x="11972" y="12020"/>
                </a:lnTo>
                <a:lnTo>
                  <a:pt x="11753" y="11753"/>
                </a:lnTo>
                <a:lnTo>
                  <a:pt x="11534" y="11509"/>
                </a:lnTo>
                <a:lnTo>
                  <a:pt x="11290" y="11290"/>
                </a:lnTo>
                <a:lnTo>
                  <a:pt x="11023" y="11096"/>
                </a:lnTo>
                <a:lnTo>
                  <a:pt x="10731" y="10925"/>
                </a:lnTo>
                <a:lnTo>
                  <a:pt x="10439" y="10779"/>
                </a:lnTo>
                <a:lnTo>
                  <a:pt x="10123" y="10633"/>
                </a:lnTo>
                <a:lnTo>
                  <a:pt x="9806" y="10536"/>
                </a:lnTo>
                <a:lnTo>
                  <a:pt x="9466" y="10439"/>
                </a:lnTo>
                <a:lnTo>
                  <a:pt x="9149" y="10366"/>
                </a:lnTo>
                <a:lnTo>
                  <a:pt x="8809" y="10317"/>
                </a:lnTo>
                <a:lnTo>
                  <a:pt x="8468" y="10268"/>
                </a:lnTo>
                <a:lnTo>
                  <a:pt x="8127" y="10244"/>
                </a:lnTo>
                <a:close/>
                <a:moveTo>
                  <a:pt x="8517" y="682"/>
                </a:moveTo>
                <a:lnTo>
                  <a:pt x="8663" y="706"/>
                </a:lnTo>
                <a:lnTo>
                  <a:pt x="9125" y="755"/>
                </a:lnTo>
                <a:lnTo>
                  <a:pt x="9563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0" y="1241"/>
                </a:lnTo>
                <a:lnTo>
                  <a:pt x="11461" y="1411"/>
                </a:lnTo>
                <a:lnTo>
                  <a:pt x="11777" y="1557"/>
                </a:lnTo>
                <a:lnTo>
                  <a:pt x="11777" y="1582"/>
                </a:lnTo>
                <a:lnTo>
                  <a:pt x="11728" y="1655"/>
                </a:lnTo>
                <a:lnTo>
                  <a:pt x="11753" y="1752"/>
                </a:lnTo>
                <a:lnTo>
                  <a:pt x="11777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72" y="1776"/>
                </a:lnTo>
                <a:lnTo>
                  <a:pt x="11996" y="1752"/>
                </a:lnTo>
                <a:lnTo>
                  <a:pt x="12020" y="1728"/>
                </a:lnTo>
                <a:lnTo>
                  <a:pt x="12045" y="1728"/>
                </a:lnTo>
                <a:lnTo>
                  <a:pt x="12142" y="1801"/>
                </a:lnTo>
                <a:lnTo>
                  <a:pt x="12118" y="1874"/>
                </a:lnTo>
                <a:lnTo>
                  <a:pt x="12093" y="1947"/>
                </a:lnTo>
                <a:lnTo>
                  <a:pt x="12118" y="1995"/>
                </a:lnTo>
                <a:lnTo>
                  <a:pt x="12142" y="2020"/>
                </a:lnTo>
                <a:lnTo>
                  <a:pt x="12191" y="2044"/>
                </a:lnTo>
                <a:lnTo>
                  <a:pt x="12215" y="2020"/>
                </a:lnTo>
                <a:lnTo>
                  <a:pt x="12264" y="1995"/>
                </a:lnTo>
                <a:lnTo>
                  <a:pt x="12337" y="1922"/>
                </a:lnTo>
                <a:lnTo>
                  <a:pt x="12556" y="2068"/>
                </a:lnTo>
                <a:lnTo>
                  <a:pt x="12507" y="2190"/>
                </a:lnTo>
                <a:lnTo>
                  <a:pt x="12507" y="2239"/>
                </a:lnTo>
                <a:lnTo>
                  <a:pt x="12507" y="2336"/>
                </a:lnTo>
                <a:lnTo>
                  <a:pt x="12531" y="2385"/>
                </a:lnTo>
                <a:lnTo>
                  <a:pt x="12556" y="2409"/>
                </a:lnTo>
                <a:lnTo>
                  <a:pt x="12604" y="2409"/>
                </a:lnTo>
                <a:lnTo>
                  <a:pt x="12653" y="2385"/>
                </a:lnTo>
                <a:lnTo>
                  <a:pt x="12702" y="2360"/>
                </a:lnTo>
                <a:lnTo>
                  <a:pt x="12750" y="2287"/>
                </a:lnTo>
                <a:lnTo>
                  <a:pt x="12775" y="2239"/>
                </a:lnTo>
                <a:lnTo>
                  <a:pt x="12969" y="2409"/>
                </a:lnTo>
                <a:lnTo>
                  <a:pt x="12896" y="2531"/>
                </a:lnTo>
                <a:lnTo>
                  <a:pt x="12848" y="2604"/>
                </a:lnTo>
                <a:lnTo>
                  <a:pt x="12848" y="2677"/>
                </a:lnTo>
                <a:lnTo>
                  <a:pt x="12848" y="2725"/>
                </a:lnTo>
                <a:lnTo>
                  <a:pt x="12872" y="2750"/>
                </a:lnTo>
                <a:lnTo>
                  <a:pt x="12921" y="2774"/>
                </a:lnTo>
                <a:lnTo>
                  <a:pt x="12969" y="2774"/>
                </a:lnTo>
                <a:lnTo>
                  <a:pt x="13091" y="2701"/>
                </a:lnTo>
                <a:lnTo>
                  <a:pt x="13188" y="2604"/>
                </a:lnTo>
                <a:lnTo>
                  <a:pt x="13310" y="2725"/>
                </a:lnTo>
                <a:lnTo>
                  <a:pt x="13407" y="2823"/>
                </a:lnTo>
                <a:lnTo>
                  <a:pt x="13261" y="3017"/>
                </a:lnTo>
                <a:lnTo>
                  <a:pt x="13237" y="3066"/>
                </a:lnTo>
                <a:lnTo>
                  <a:pt x="13188" y="3163"/>
                </a:lnTo>
                <a:lnTo>
                  <a:pt x="13188" y="3236"/>
                </a:lnTo>
                <a:lnTo>
                  <a:pt x="13213" y="3285"/>
                </a:lnTo>
                <a:lnTo>
                  <a:pt x="13237" y="3309"/>
                </a:lnTo>
                <a:lnTo>
                  <a:pt x="13334" y="3285"/>
                </a:lnTo>
                <a:lnTo>
                  <a:pt x="13407" y="3236"/>
                </a:lnTo>
                <a:lnTo>
                  <a:pt x="13553" y="3115"/>
                </a:lnTo>
                <a:lnTo>
                  <a:pt x="13602" y="3042"/>
                </a:lnTo>
                <a:lnTo>
                  <a:pt x="13797" y="3309"/>
                </a:lnTo>
                <a:lnTo>
                  <a:pt x="13699" y="3407"/>
                </a:lnTo>
                <a:lnTo>
                  <a:pt x="13553" y="3504"/>
                </a:lnTo>
                <a:lnTo>
                  <a:pt x="13505" y="3577"/>
                </a:lnTo>
                <a:lnTo>
                  <a:pt x="13480" y="3650"/>
                </a:lnTo>
                <a:lnTo>
                  <a:pt x="13480" y="3699"/>
                </a:lnTo>
                <a:lnTo>
                  <a:pt x="13529" y="3723"/>
                </a:lnTo>
                <a:lnTo>
                  <a:pt x="13626" y="3747"/>
                </a:lnTo>
                <a:lnTo>
                  <a:pt x="13699" y="3723"/>
                </a:lnTo>
                <a:lnTo>
                  <a:pt x="13797" y="3674"/>
                </a:lnTo>
                <a:lnTo>
                  <a:pt x="13870" y="3626"/>
                </a:lnTo>
                <a:lnTo>
                  <a:pt x="13967" y="3577"/>
                </a:lnTo>
                <a:lnTo>
                  <a:pt x="14162" y="3918"/>
                </a:lnTo>
                <a:lnTo>
                  <a:pt x="14064" y="3991"/>
                </a:lnTo>
                <a:lnTo>
                  <a:pt x="13870" y="4161"/>
                </a:lnTo>
                <a:lnTo>
                  <a:pt x="13772" y="4234"/>
                </a:lnTo>
                <a:lnTo>
                  <a:pt x="13724" y="4331"/>
                </a:lnTo>
                <a:lnTo>
                  <a:pt x="13724" y="4356"/>
                </a:lnTo>
                <a:lnTo>
                  <a:pt x="13724" y="4380"/>
                </a:lnTo>
                <a:lnTo>
                  <a:pt x="13845" y="4380"/>
                </a:lnTo>
                <a:lnTo>
                  <a:pt x="13967" y="4356"/>
                </a:lnTo>
                <a:lnTo>
                  <a:pt x="14089" y="4307"/>
                </a:lnTo>
                <a:lnTo>
                  <a:pt x="14186" y="4234"/>
                </a:lnTo>
                <a:lnTo>
                  <a:pt x="14308" y="4161"/>
                </a:lnTo>
                <a:lnTo>
                  <a:pt x="14527" y="4696"/>
                </a:lnTo>
                <a:lnTo>
                  <a:pt x="14356" y="4769"/>
                </a:lnTo>
                <a:lnTo>
                  <a:pt x="14210" y="4842"/>
                </a:lnTo>
                <a:lnTo>
                  <a:pt x="14089" y="4940"/>
                </a:lnTo>
                <a:lnTo>
                  <a:pt x="13967" y="5061"/>
                </a:lnTo>
                <a:lnTo>
                  <a:pt x="13943" y="5134"/>
                </a:lnTo>
                <a:lnTo>
                  <a:pt x="13918" y="5207"/>
                </a:lnTo>
                <a:lnTo>
                  <a:pt x="13918" y="5256"/>
                </a:lnTo>
                <a:lnTo>
                  <a:pt x="13943" y="5280"/>
                </a:lnTo>
                <a:lnTo>
                  <a:pt x="13967" y="5305"/>
                </a:lnTo>
                <a:lnTo>
                  <a:pt x="14016" y="5305"/>
                </a:lnTo>
                <a:lnTo>
                  <a:pt x="14137" y="5256"/>
                </a:lnTo>
                <a:lnTo>
                  <a:pt x="14259" y="5183"/>
                </a:lnTo>
                <a:lnTo>
                  <a:pt x="14551" y="5037"/>
                </a:lnTo>
                <a:lnTo>
                  <a:pt x="14624" y="5013"/>
                </a:lnTo>
                <a:lnTo>
                  <a:pt x="14770" y="5524"/>
                </a:lnTo>
                <a:lnTo>
                  <a:pt x="14454" y="5670"/>
                </a:lnTo>
                <a:lnTo>
                  <a:pt x="14186" y="5791"/>
                </a:lnTo>
                <a:lnTo>
                  <a:pt x="13943" y="5937"/>
                </a:lnTo>
                <a:lnTo>
                  <a:pt x="13943" y="5986"/>
                </a:lnTo>
                <a:lnTo>
                  <a:pt x="13943" y="6010"/>
                </a:lnTo>
                <a:lnTo>
                  <a:pt x="14113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51" y="6010"/>
                </a:lnTo>
                <a:lnTo>
                  <a:pt x="14867" y="5889"/>
                </a:lnTo>
                <a:lnTo>
                  <a:pt x="14989" y="6424"/>
                </a:lnTo>
                <a:lnTo>
                  <a:pt x="14819" y="6497"/>
                </a:lnTo>
                <a:lnTo>
                  <a:pt x="14429" y="6619"/>
                </a:lnTo>
                <a:lnTo>
                  <a:pt x="14040" y="6740"/>
                </a:lnTo>
                <a:lnTo>
                  <a:pt x="13991" y="6789"/>
                </a:lnTo>
                <a:lnTo>
                  <a:pt x="13991" y="6813"/>
                </a:lnTo>
                <a:lnTo>
                  <a:pt x="14016" y="6862"/>
                </a:lnTo>
                <a:lnTo>
                  <a:pt x="14064" y="6886"/>
                </a:lnTo>
                <a:lnTo>
                  <a:pt x="14235" y="6886"/>
                </a:lnTo>
                <a:lnTo>
                  <a:pt x="14429" y="6862"/>
                </a:lnTo>
                <a:lnTo>
                  <a:pt x="14794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67" y="7227"/>
                </a:lnTo>
                <a:lnTo>
                  <a:pt x="14454" y="7349"/>
                </a:lnTo>
                <a:lnTo>
                  <a:pt x="14259" y="7422"/>
                </a:lnTo>
                <a:lnTo>
                  <a:pt x="14064" y="7543"/>
                </a:lnTo>
                <a:lnTo>
                  <a:pt x="14040" y="7592"/>
                </a:lnTo>
                <a:lnTo>
                  <a:pt x="14040" y="7665"/>
                </a:lnTo>
                <a:lnTo>
                  <a:pt x="14089" y="7714"/>
                </a:lnTo>
                <a:lnTo>
                  <a:pt x="14162" y="7738"/>
                </a:lnTo>
                <a:lnTo>
                  <a:pt x="14356" y="7714"/>
                </a:lnTo>
                <a:lnTo>
                  <a:pt x="14551" y="7665"/>
                </a:lnTo>
                <a:lnTo>
                  <a:pt x="14940" y="7568"/>
                </a:lnTo>
                <a:lnTo>
                  <a:pt x="15159" y="7519"/>
                </a:lnTo>
                <a:lnTo>
                  <a:pt x="15208" y="7981"/>
                </a:lnTo>
                <a:lnTo>
                  <a:pt x="14892" y="8030"/>
                </a:lnTo>
                <a:lnTo>
                  <a:pt x="14648" y="8054"/>
                </a:lnTo>
                <a:lnTo>
                  <a:pt x="14381" y="8079"/>
                </a:lnTo>
                <a:lnTo>
                  <a:pt x="14259" y="8103"/>
                </a:lnTo>
                <a:lnTo>
                  <a:pt x="14137" y="8152"/>
                </a:lnTo>
                <a:lnTo>
                  <a:pt x="14040" y="8200"/>
                </a:lnTo>
                <a:lnTo>
                  <a:pt x="13943" y="8298"/>
                </a:lnTo>
                <a:lnTo>
                  <a:pt x="13918" y="8322"/>
                </a:lnTo>
                <a:lnTo>
                  <a:pt x="13918" y="8346"/>
                </a:lnTo>
                <a:lnTo>
                  <a:pt x="13943" y="8395"/>
                </a:lnTo>
                <a:lnTo>
                  <a:pt x="13967" y="8395"/>
                </a:lnTo>
                <a:lnTo>
                  <a:pt x="14089" y="8419"/>
                </a:lnTo>
                <a:lnTo>
                  <a:pt x="14210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32" y="8395"/>
                </a:lnTo>
                <a:lnTo>
                  <a:pt x="15232" y="8857"/>
                </a:lnTo>
                <a:lnTo>
                  <a:pt x="14746" y="8882"/>
                </a:lnTo>
                <a:lnTo>
                  <a:pt x="14527" y="8882"/>
                </a:lnTo>
                <a:lnTo>
                  <a:pt x="14308" y="8906"/>
                </a:lnTo>
                <a:lnTo>
                  <a:pt x="14089" y="8955"/>
                </a:lnTo>
                <a:lnTo>
                  <a:pt x="13991" y="8979"/>
                </a:lnTo>
                <a:lnTo>
                  <a:pt x="13894" y="9028"/>
                </a:lnTo>
                <a:lnTo>
                  <a:pt x="13870" y="9052"/>
                </a:lnTo>
                <a:lnTo>
                  <a:pt x="13894" y="9076"/>
                </a:lnTo>
                <a:lnTo>
                  <a:pt x="13967" y="9125"/>
                </a:lnTo>
                <a:lnTo>
                  <a:pt x="14089" y="9174"/>
                </a:lnTo>
                <a:lnTo>
                  <a:pt x="14308" y="9222"/>
                </a:lnTo>
                <a:lnTo>
                  <a:pt x="14746" y="9222"/>
                </a:lnTo>
                <a:lnTo>
                  <a:pt x="14965" y="9247"/>
                </a:lnTo>
                <a:lnTo>
                  <a:pt x="15208" y="9247"/>
                </a:lnTo>
                <a:lnTo>
                  <a:pt x="15184" y="9465"/>
                </a:lnTo>
                <a:lnTo>
                  <a:pt x="14989" y="9514"/>
                </a:lnTo>
                <a:lnTo>
                  <a:pt x="14746" y="9563"/>
                </a:lnTo>
                <a:lnTo>
                  <a:pt x="14502" y="9660"/>
                </a:lnTo>
                <a:lnTo>
                  <a:pt x="14283" y="9757"/>
                </a:lnTo>
                <a:lnTo>
                  <a:pt x="14064" y="9879"/>
                </a:lnTo>
                <a:lnTo>
                  <a:pt x="14040" y="9903"/>
                </a:lnTo>
                <a:lnTo>
                  <a:pt x="14040" y="9952"/>
                </a:lnTo>
                <a:lnTo>
                  <a:pt x="14064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111" y="9879"/>
                </a:lnTo>
                <a:lnTo>
                  <a:pt x="14989" y="10390"/>
                </a:lnTo>
                <a:lnTo>
                  <a:pt x="14551" y="10463"/>
                </a:lnTo>
                <a:lnTo>
                  <a:pt x="14356" y="10487"/>
                </a:lnTo>
                <a:lnTo>
                  <a:pt x="14186" y="10512"/>
                </a:lnTo>
                <a:lnTo>
                  <a:pt x="14016" y="10560"/>
                </a:lnTo>
                <a:lnTo>
                  <a:pt x="13943" y="10609"/>
                </a:lnTo>
                <a:lnTo>
                  <a:pt x="13870" y="10682"/>
                </a:lnTo>
                <a:lnTo>
                  <a:pt x="13845" y="10731"/>
                </a:lnTo>
                <a:lnTo>
                  <a:pt x="13845" y="10804"/>
                </a:lnTo>
                <a:lnTo>
                  <a:pt x="13894" y="10852"/>
                </a:lnTo>
                <a:lnTo>
                  <a:pt x="13918" y="10901"/>
                </a:lnTo>
                <a:lnTo>
                  <a:pt x="13991" y="10925"/>
                </a:lnTo>
                <a:lnTo>
                  <a:pt x="14089" y="10950"/>
                </a:lnTo>
                <a:lnTo>
                  <a:pt x="14259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502" y="11339"/>
                </a:lnTo>
                <a:lnTo>
                  <a:pt x="14308" y="11315"/>
                </a:lnTo>
                <a:lnTo>
                  <a:pt x="14113" y="11339"/>
                </a:lnTo>
                <a:lnTo>
                  <a:pt x="13918" y="11363"/>
                </a:lnTo>
                <a:lnTo>
                  <a:pt x="13748" y="11436"/>
                </a:lnTo>
                <a:lnTo>
                  <a:pt x="13748" y="11461"/>
                </a:lnTo>
                <a:lnTo>
                  <a:pt x="13748" y="11485"/>
                </a:lnTo>
                <a:lnTo>
                  <a:pt x="13918" y="11558"/>
                </a:lnTo>
                <a:lnTo>
                  <a:pt x="14089" y="11607"/>
                </a:lnTo>
                <a:lnTo>
                  <a:pt x="14454" y="11655"/>
                </a:lnTo>
                <a:lnTo>
                  <a:pt x="14210" y="12069"/>
                </a:lnTo>
                <a:lnTo>
                  <a:pt x="13991" y="12069"/>
                </a:lnTo>
                <a:lnTo>
                  <a:pt x="13748" y="12093"/>
                </a:lnTo>
                <a:lnTo>
                  <a:pt x="13626" y="12069"/>
                </a:lnTo>
                <a:lnTo>
                  <a:pt x="13480" y="12045"/>
                </a:lnTo>
                <a:lnTo>
                  <a:pt x="13359" y="12020"/>
                </a:lnTo>
                <a:lnTo>
                  <a:pt x="13237" y="12020"/>
                </a:lnTo>
                <a:lnTo>
                  <a:pt x="13213" y="12045"/>
                </a:lnTo>
                <a:lnTo>
                  <a:pt x="13188" y="12069"/>
                </a:lnTo>
                <a:lnTo>
                  <a:pt x="13213" y="12166"/>
                </a:lnTo>
                <a:lnTo>
                  <a:pt x="13261" y="12239"/>
                </a:lnTo>
                <a:lnTo>
                  <a:pt x="13334" y="12312"/>
                </a:lnTo>
                <a:lnTo>
                  <a:pt x="13432" y="12361"/>
                </a:lnTo>
                <a:lnTo>
                  <a:pt x="13553" y="12385"/>
                </a:lnTo>
                <a:lnTo>
                  <a:pt x="13675" y="12410"/>
                </a:lnTo>
                <a:lnTo>
                  <a:pt x="13943" y="12434"/>
                </a:lnTo>
                <a:lnTo>
                  <a:pt x="13602" y="12823"/>
                </a:lnTo>
                <a:lnTo>
                  <a:pt x="13091" y="12726"/>
                </a:lnTo>
                <a:lnTo>
                  <a:pt x="12872" y="12677"/>
                </a:lnTo>
                <a:lnTo>
                  <a:pt x="12750" y="12677"/>
                </a:lnTo>
                <a:lnTo>
                  <a:pt x="12629" y="12702"/>
                </a:lnTo>
                <a:lnTo>
                  <a:pt x="12604" y="12726"/>
                </a:lnTo>
                <a:lnTo>
                  <a:pt x="12604" y="12775"/>
                </a:lnTo>
                <a:lnTo>
                  <a:pt x="12629" y="12848"/>
                </a:lnTo>
                <a:lnTo>
                  <a:pt x="12677" y="12921"/>
                </a:lnTo>
                <a:lnTo>
                  <a:pt x="12750" y="12969"/>
                </a:lnTo>
                <a:lnTo>
                  <a:pt x="12848" y="13018"/>
                </a:lnTo>
                <a:lnTo>
                  <a:pt x="13042" y="13115"/>
                </a:lnTo>
                <a:lnTo>
                  <a:pt x="13261" y="13164"/>
                </a:lnTo>
                <a:lnTo>
                  <a:pt x="13115" y="13286"/>
                </a:lnTo>
                <a:lnTo>
                  <a:pt x="13067" y="13286"/>
                </a:lnTo>
                <a:lnTo>
                  <a:pt x="12604" y="13261"/>
                </a:lnTo>
                <a:lnTo>
                  <a:pt x="12361" y="13213"/>
                </a:lnTo>
                <a:lnTo>
                  <a:pt x="12239" y="13188"/>
                </a:lnTo>
                <a:lnTo>
                  <a:pt x="12118" y="13188"/>
                </a:lnTo>
                <a:lnTo>
                  <a:pt x="12045" y="13213"/>
                </a:lnTo>
                <a:lnTo>
                  <a:pt x="11996" y="13261"/>
                </a:lnTo>
                <a:lnTo>
                  <a:pt x="11996" y="13334"/>
                </a:lnTo>
                <a:lnTo>
                  <a:pt x="12020" y="13383"/>
                </a:lnTo>
                <a:lnTo>
                  <a:pt x="12142" y="13505"/>
                </a:lnTo>
                <a:lnTo>
                  <a:pt x="12312" y="13578"/>
                </a:lnTo>
                <a:lnTo>
                  <a:pt x="12483" y="13626"/>
                </a:lnTo>
                <a:lnTo>
                  <a:pt x="12677" y="13651"/>
                </a:lnTo>
                <a:lnTo>
                  <a:pt x="12239" y="13943"/>
                </a:lnTo>
                <a:lnTo>
                  <a:pt x="12166" y="13918"/>
                </a:lnTo>
                <a:lnTo>
                  <a:pt x="11704" y="13821"/>
                </a:lnTo>
                <a:lnTo>
                  <a:pt x="11485" y="13772"/>
                </a:lnTo>
                <a:lnTo>
                  <a:pt x="11266" y="13724"/>
                </a:lnTo>
                <a:lnTo>
                  <a:pt x="11242" y="13748"/>
                </a:lnTo>
                <a:lnTo>
                  <a:pt x="11217" y="13748"/>
                </a:lnTo>
                <a:lnTo>
                  <a:pt x="11217" y="13821"/>
                </a:lnTo>
                <a:lnTo>
                  <a:pt x="11266" y="13894"/>
                </a:lnTo>
                <a:lnTo>
                  <a:pt x="11315" y="13967"/>
                </a:lnTo>
                <a:lnTo>
                  <a:pt x="11461" y="14064"/>
                </a:lnTo>
                <a:lnTo>
                  <a:pt x="11631" y="14137"/>
                </a:lnTo>
                <a:lnTo>
                  <a:pt x="11801" y="14210"/>
                </a:lnTo>
                <a:lnTo>
                  <a:pt x="11461" y="14381"/>
                </a:lnTo>
                <a:lnTo>
                  <a:pt x="11388" y="14332"/>
                </a:lnTo>
                <a:lnTo>
                  <a:pt x="11339" y="14308"/>
                </a:lnTo>
                <a:lnTo>
                  <a:pt x="11193" y="14259"/>
                </a:lnTo>
                <a:lnTo>
                  <a:pt x="10901" y="14235"/>
                </a:lnTo>
                <a:lnTo>
                  <a:pt x="10658" y="14210"/>
                </a:lnTo>
                <a:lnTo>
                  <a:pt x="10512" y="14210"/>
                </a:lnTo>
                <a:lnTo>
                  <a:pt x="10390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415" y="14381"/>
                </a:lnTo>
                <a:lnTo>
                  <a:pt x="10488" y="14478"/>
                </a:lnTo>
                <a:lnTo>
                  <a:pt x="10634" y="14551"/>
                </a:lnTo>
                <a:lnTo>
                  <a:pt x="10731" y="14575"/>
                </a:lnTo>
                <a:lnTo>
                  <a:pt x="10901" y="14624"/>
                </a:lnTo>
                <a:lnTo>
                  <a:pt x="10512" y="14746"/>
                </a:lnTo>
                <a:lnTo>
                  <a:pt x="10317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6" y="14600"/>
                </a:lnTo>
                <a:lnTo>
                  <a:pt x="9709" y="14648"/>
                </a:lnTo>
                <a:lnTo>
                  <a:pt x="9685" y="14673"/>
                </a:lnTo>
                <a:lnTo>
                  <a:pt x="9685" y="14721"/>
                </a:lnTo>
                <a:lnTo>
                  <a:pt x="9733" y="14794"/>
                </a:lnTo>
                <a:lnTo>
                  <a:pt x="9806" y="14843"/>
                </a:lnTo>
                <a:lnTo>
                  <a:pt x="9952" y="14916"/>
                </a:lnTo>
                <a:lnTo>
                  <a:pt x="9636" y="14989"/>
                </a:lnTo>
                <a:lnTo>
                  <a:pt x="9587" y="14940"/>
                </a:lnTo>
                <a:lnTo>
                  <a:pt x="9539" y="14916"/>
                </a:lnTo>
                <a:lnTo>
                  <a:pt x="9441" y="14867"/>
                </a:lnTo>
                <a:lnTo>
                  <a:pt x="9247" y="14843"/>
                </a:lnTo>
                <a:lnTo>
                  <a:pt x="9149" y="14843"/>
                </a:lnTo>
                <a:lnTo>
                  <a:pt x="9052" y="14867"/>
                </a:lnTo>
                <a:lnTo>
                  <a:pt x="9028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3" y="15062"/>
                </a:lnTo>
                <a:lnTo>
                  <a:pt x="9028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521" y="15062"/>
                </a:lnTo>
                <a:lnTo>
                  <a:pt x="6156" y="14989"/>
                </a:lnTo>
                <a:lnTo>
                  <a:pt x="5816" y="14916"/>
                </a:lnTo>
                <a:lnTo>
                  <a:pt x="5475" y="14819"/>
                </a:lnTo>
                <a:lnTo>
                  <a:pt x="5134" y="14697"/>
                </a:lnTo>
                <a:lnTo>
                  <a:pt x="4818" y="14575"/>
                </a:lnTo>
                <a:lnTo>
                  <a:pt x="4477" y="14405"/>
                </a:lnTo>
                <a:lnTo>
                  <a:pt x="4161" y="14259"/>
                </a:lnTo>
                <a:lnTo>
                  <a:pt x="3869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42" y="13456"/>
                </a:lnTo>
                <a:lnTo>
                  <a:pt x="2799" y="13237"/>
                </a:lnTo>
                <a:lnTo>
                  <a:pt x="2555" y="12994"/>
                </a:lnTo>
                <a:lnTo>
                  <a:pt x="2336" y="12775"/>
                </a:lnTo>
                <a:lnTo>
                  <a:pt x="2117" y="12507"/>
                </a:lnTo>
                <a:lnTo>
                  <a:pt x="1923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49" y="10195"/>
                </a:lnTo>
                <a:lnTo>
                  <a:pt x="901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803" y="7397"/>
                </a:lnTo>
                <a:lnTo>
                  <a:pt x="852" y="6862"/>
                </a:lnTo>
                <a:lnTo>
                  <a:pt x="974" y="6351"/>
                </a:lnTo>
                <a:lnTo>
                  <a:pt x="1095" y="5840"/>
                </a:lnTo>
                <a:lnTo>
                  <a:pt x="1290" y="5353"/>
                </a:lnTo>
                <a:lnTo>
                  <a:pt x="1412" y="5061"/>
                </a:lnTo>
                <a:lnTo>
                  <a:pt x="1582" y="4745"/>
                </a:lnTo>
                <a:lnTo>
                  <a:pt x="1777" y="4404"/>
                </a:lnTo>
                <a:lnTo>
                  <a:pt x="2020" y="4064"/>
                </a:lnTo>
                <a:lnTo>
                  <a:pt x="2288" y="3699"/>
                </a:lnTo>
                <a:lnTo>
                  <a:pt x="2580" y="3334"/>
                </a:lnTo>
                <a:lnTo>
                  <a:pt x="2920" y="2944"/>
                </a:lnTo>
                <a:lnTo>
                  <a:pt x="3285" y="2604"/>
                </a:lnTo>
                <a:lnTo>
                  <a:pt x="3674" y="2263"/>
                </a:lnTo>
                <a:lnTo>
                  <a:pt x="4088" y="1922"/>
                </a:lnTo>
                <a:lnTo>
                  <a:pt x="4550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59" y="974"/>
                </a:lnTo>
                <a:lnTo>
                  <a:pt x="6327" y="925"/>
                </a:lnTo>
                <a:lnTo>
                  <a:pt x="6594" y="876"/>
                </a:lnTo>
                <a:lnTo>
                  <a:pt x="6886" y="828"/>
                </a:lnTo>
                <a:lnTo>
                  <a:pt x="7178" y="803"/>
                </a:lnTo>
                <a:lnTo>
                  <a:pt x="7543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2" y="25"/>
                </a:lnTo>
                <a:lnTo>
                  <a:pt x="7397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81" y="146"/>
                </a:lnTo>
                <a:lnTo>
                  <a:pt x="5864" y="219"/>
                </a:lnTo>
                <a:lnTo>
                  <a:pt x="5548" y="317"/>
                </a:lnTo>
                <a:lnTo>
                  <a:pt x="5232" y="438"/>
                </a:lnTo>
                <a:lnTo>
                  <a:pt x="4940" y="560"/>
                </a:lnTo>
                <a:lnTo>
                  <a:pt x="4331" y="876"/>
                </a:lnTo>
                <a:lnTo>
                  <a:pt x="3772" y="1217"/>
                </a:lnTo>
                <a:lnTo>
                  <a:pt x="3236" y="1606"/>
                </a:lnTo>
                <a:lnTo>
                  <a:pt x="2774" y="1995"/>
                </a:lnTo>
                <a:lnTo>
                  <a:pt x="2507" y="2239"/>
                </a:lnTo>
                <a:lnTo>
                  <a:pt x="2263" y="2482"/>
                </a:lnTo>
                <a:lnTo>
                  <a:pt x="2044" y="2725"/>
                </a:lnTo>
                <a:lnTo>
                  <a:pt x="1825" y="2993"/>
                </a:lnTo>
                <a:lnTo>
                  <a:pt x="1655" y="3261"/>
                </a:lnTo>
                <a:lnTo>
                  <a:pt x="1460" y="3528"/>
                </a:lnTo>
                <a:lnTo>
                  <a:pt x="1144" y="4088"/>
                </a:lnTo>
                <a:lnTo>
                  <a:pt x="876" y="4696"/>
                </a:lnTo>
                <a:lnTo>
                  <a:pt x="633" y="5305"/>
                </a:lnTo>
                <a:lnTo>
                  <a:pt x="414" y="5962"/>
                </a:lnTo>
                <a:lnTo>
                  <a:pt x="219" y="6643"/>
                </a:lnTo>
                <a:lnTo>
                  <a:pt x="146" y="7008"/>
                </a:lnTo>
                <a:lnTo>
                  <a:pt x="73" y="7373"/>
                </a:lnTo>
                <a:lnTo>
                  <a:pt x="25" y="7738"/>
                </a:lnTo>
                <a:lnTo>
                  <a:pt x="25" y="8103"/>
                </a:lnTo>
                <a:lnTo>
                  <a:pt x="0" y="8468"/>
                </a:lnTo>
                <a:lnTo>
                  <a:pt x="25" y="8809"/>
                </a:lnTo>
                <a:lnTo>
                  <a:pt x="73" y="9174"/>
                </a:lnTo>
                <a:lnTo>
                  <a:pt x="122" y="9514"/>
                </a:lnTo>
                <a:lnTo>
                  <a:pt x="195" y="9879"/>
                </a:lnTo>
                <a:lnTo>
                  <a:pt x="292" y="10220"/>
                </a:lnTo>
                <a:lnTo>
                  <a:pt x="390" y="10560"/>
                </a:lnTo>
                <a:lnTo>
                  <a:pt x="511" y="10901"/>
                </a:lnTo>
                <a:lnTo>
                  <a:pt x="657" y="11242"/>
                </a:lnTo>
                <a:lnTo>
                  <a:pt x="828" y="11582"/>
                </a:lnTo>
                <a:lnTo>
                  <a:pt x="1168" y="12264"/>
                </a:lnTo>
                <a:lnTo>
                  <a:pt x="1412" y="12629"/>
                </a:lnTo>
                <a:lnTo>
                  <a:pt x="1655" y="12994"/>
                </a:lnTo>
                <a:lnTo>
                  <a:pt x="1898" y="13334"/>
                </a:lnTo>
                <a:lnTo>
                  <a:pt x="2166" y="13651"/>
                </a:lnTo>
                <a:lnTo>
                  <a:pt x="2458" y="13943"/>
                </a:lnTo>
                <a:lnTo>
                  <a:pt x="2750" y="14235"/>
                </a:lnTo>
                <a:lnTo>
                  <a:pt x="3066" y="14502"/>
                </a:lnTo>
                <a:lnTo>
                  <a:pt x="3382" y="14746"/>
                </a:lnTo>
                <a:lnTo>
                  <a:pt x="3723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818" y="15500"/>
                </a:lnTo>
                <a:lnTo>
                  <a:pt x="5207" y="15622"/>
                </a:lnTo>
                <a:lnTo>
                  <a:pt x="5597" y="15743"/>
                </a:lnTo>
                <a:lnTo>
                  <a:pt x="6010" y="15816"/>
                </a:lnTo>
                <a:lnTo>
                  <a:pt x="6448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76" y="15914"/>
                </a:lnTo>
                <a:lnTo>
                  <a:pt x="8590" y="15889"/>
                </a:lnTo>
                <a:lnTo>
                  <a:pt x="9028" y="15841"/>
                </a:lnTo>
                <a:lnTo>
                  <a:pt x="9441" y="15768"/>
                </a:lnTo>
                <a:lnTo>
                  <a:pt x="9855" y="15670"/>
                </a:lnTo>
                <a:lnTo>
                  <a:pt x="10269" y="15573"/>
                </a:lnTo>
                <a:lnTo>
                  <a:pt x="10682" y="15451"/>
                </a:lnTo>
                <a:lnTo>
                  <a:pt x="11071" y="15305"/>
                </a:lnTo>
                <a:lnTo>
                  <a:pt x="11461" y="15135"/>
                </a:lnTo>
                <a:lnTo>
                  <a:pt x="11850" y="14940"/>
                </a:lnTo>
                <a:lnTo>
                  <a:pt x="12215" y="14721"/>
                </a:lnTo>
                <a:lnTo>
                  <a:pt x="12580" y="14478"/>
                </a:lnTo>
                <a:lnTo>
                  <a:pt x="12945" y="14235"/>
                </a:lnTo>
                <a:lnTo>
                  <a:pt x="13286" y="13943"/>
                </a:lnTo>
                <a:lnTo>
                  <a:pt x="13602" y="13651"/>
                </a:lnTo>
                <a:lnTo>
                  <a:pt x="13918" y="13334"/>
                </a:lnTo>
                <a:lnTo>
                  <a:pt x="14186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59" y="11582"/>
                </a:lnTo>
                <a:lnTo>
                  <a:pt x="15159" y="11534"/>
                </a:lnTo>
                <a:lnTo>
                  <a:pt x="15354" y="11096"/>
                </a:lnTo>
                <a:lnTo>
                  <a:pt x="15524" y="10658"/>
                </a:lnTo>
                <a:lnTo>
                  <a:pt x="15646" y="10195"/>
                </a:lnTo>
                <a:lnTo>
                  <a:pt x="15743" y="9733"/>
                </a:lnTo>
                <a:lnTo>
                  <a:pt x="15768" y="9709"/>
                </a:lnTo>
                <a:lnTo>
                  <a:pt x="15792" y="9684"/>
                </a:lnTo>
                <a:lnTo>
                  <a:pt x="15792" y="9636"/>
                </a:lnTo>
                <a:lnTo>
                  <a:pt x="15792" y="9611"/>
                </a:lnTo>
                <a:lnTo>
                  <a:pt x="15768" y="9563"/>
                </a:lnTo>
                <a:lnTo>
                  <a:pt x="15816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41" y="7957"/>
                </a:lnTo>
                <a:lnTo>
                  <a:pt x="15743" y="7105"/>
                </a:lnTo>
                <a:lnTo>
                  <a:pt x="15695" y="6667"/>
                </a:lnTo>
                <a:lnTo>
                  <a:pt x="15622" y="6254"/>
                </a:lnTo>
                <a:lnTo>
                  <a:pt x="15524" y="5840"/>
                </a:lnTo>
                <a:lnTo>
                  <a:pt x="15427" y="5426"/>
                </a:lnTo>
                <a:lnTo>
                  <a:pt x="15305" y="5013"/>
                </a:lnTo>
                <a:lnTo>
                  <a:pt x="15159" y="4623"/>
                </a:lnTo>
                <a:lnTo>
                  <a:pt x="15013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4" y="2458"/>
                </a:lnTo>
                <a:lnTo>
                  <a:pt x="13602" y="2141"/>
                </a:lnTo>
                <a:lnTo>
                  <a:pt x="13286" y="1849"/>
                </a:lnTo>
                <a:lnTo>
                  <a:pt x="12994" y="1582"/>
                </a:lnTo>
                <a:lnTo>
                  <a:pt x="12653" y="1363"/>
                </a:lnTo>
                <a:lnTo>
                  <a:pt x="12312" y="1144"/>
                </a:lnTo>
                <a:lnTo>
                  <a:pt x="11972" y="949"/>
                </a:lnTo>
                <a:lnTo>
                  <a:pt x="11607" y="779"/>
                </a:lnTo>
                <a:lnTo>
                  <a:pt x="11242" y="609"/>
                </a:lnTo>
                <a:lnTo>
                  <a:pt x="10853" y="487"/>
                </a:lnTo>
                <a:lnTo>
                  <a:pt x="10488" y="365"/>
                </a:lnTo>
                <a:lnTo>
                  <a:pt x="10123" y="268"/>
                </a:lnTo>
                <a:lnTo>
                  <a:pt x="9733" y="171"/>
                </a:lnTo>
                <a:lnTo>
                  <a:pt x="9344" y="98"/>
                </a:lnTo>
                <a:lnTo>
                  <a:pt x="8955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968206" y="2944013"/>
            <a:ext cx="345681" cy="348325"/>
          </a:xfrm>
          <a:custGeom>
            <a:avLst/>
            <a:gdLst/>
            <a:ahLst/>
            <a:cxnLst/>
            <a:rect l="l" t="t" r="r" b="b"/>
            <a:pathLst>
              <a:path w="15817" h="15938" extrusionOk="0">
                <a:moveTo>
                  <a:pt x="4745" y="7470"/>
                </a:moveTo>
                <a:lnTo>
                  <a:pt x="4818" y="7495"/>
                </a:lnTo>
                <a:lnTo>
                  <a:pt x="4891" y="7543"/>
                </a:lnTo>
                <a:lnTo>
                  <a:pt x="4940" y="7616"/>
                </a:lnTo>
                <a:lnTo>
                  <a:pt x="4964" y="7714"/>
                </a:lnTo>
                <a:lnTo>
                  <a:pt x="4964" y="7787"/>
                </a:lnTo>
                <a:lnTo>
                  <a:pt x="4940" y="7908"/>
                </a:lnTo>
                <a:lnTo>
                  <a:pt x="4867" y="7981"/>
                </a:lnTo>
                <a:lnTo>
                  <a:pt x="4794" y="8054"/>
                </a:lnTo>
                <a:lnTo>
                  <a:pt x="4672" y="8079"/>
                </a:lnTo>
                <a:lnTo>
                  <a:pt x="4551" y="8054"/>
                </a:lnTo>
                <a:lnTo>
                  <a:pt x="4478" y="7981"/>
                </a:lnTo>
                <a:lnTo>
                  <a:pt x="4405" y="7908"/>
                </a:lnTo>
                <a:lnTo>
                  <a:pt x="4380" y="7787"/>
                </a:lnTo>
                <a:lnTo>
                  <a:pt x="4405" y="7665"/>
                </a:lnTo>
                <a:lnTo>
                  <a:pt x="4478" y="7543"/>
                </a:lnTo>
                <a:lnTo>
                  <a:pt x="4551" y="7495"/>
                </a:lnTo>
                <a:lnTo>
                  <a:pt x="4648" y="7470"/>
                </a:lnTo>
                <a:close/>
                <a:moveTo>
                  <a:pt x="11120" y="7470"/>
                </a:moveTo>
                <a:lnTo>
                  <a:pt x="11193" y="7495"/>
                </a:lnTo>
                <a:lnTo>
                  <a:pt x="11266" y="7543"/>
                </a:lnTo>
                <a:lnTo>
                  <a:pt x="11315" y="7616"/>
                </a:lnTo>
                <a:lnTo>
                  <a:pt x="11339" y="7714"/>
                </a:lnTo>
                <a:lnTo>
                  <a:pt x="11339" y="7787"/>
                </a:lnTo>
                <a:lnTo>
                  <a:pt x="11315" y="7908"/>
                </a:lnTo>
                <a:lnTo>
                  <a:pt x="11242" y="7981"/>
                </a:lnTo>
                <a:lnTo>
                  <a:pt x="11169" y="8054"/>
                </a:lnTo>
                <a:lnTo>
                  <a:pt x="11047" y="8079"/>
                </a:lnTo>
                <a:lnTo>
                  <a:pt x="10926" y="8054"/>
                </a:lnTo>
                <a:lnTo>
                  <a:pt x="10853" y="7981"/>
                </a:lnTo>
                <a:lnTo>
                  <a:pt x="10780" y="7908"/>
                </a:lnTo>
                <a:lnTo>
                  <a:pt x="10755" y="7787"/>
                </a:lnTo>
                <a:lnTo>
                  <a:pt x="10780" y="7665"/>
                </a:lnTo>
                <a:lnTo>
                  <a:pt x="10853" y="7543"/>
                </a:lnTo>
                <a:lnTo>
                  <a:pt x="10926" y="7495"/>
                </a:lnTo>
                <a:lnTo>
                  <a:pt x="11023" y="7470"/>
                </a:lnTo>
                <a:close/>
                <a:moveTo>
                  <a:pt x="4721" y="7081"/>
                </a:moveTo>
                <a:lnTo>
                  <a:pt x="4551" y="7105"/>
                </a:lnTo>
                <a:lnTo>
                  <a:pt x="4380" y="7178"/>
                </a:lnTo>
                <a:lnTo>
                  <a:pt x="4259" y="7300"/>
                </a:lnTo>
                <a:lnTo>
                  <a:pt x="4137" y="7446"/>
                </a:lnTo>
                <a:lnTo>
                  <a:pt x="4064" y="7568"/>
                </a:lnTo>
                <a:lnTo>
                  <a:pt x="4015" y="7714"/>
                </a:lnTo>
                <a:lnTo>
                  <a:pt x="3967" y="7835"/>
                </a:lnTo>
                <a:lnTo>
                  <a:pt x="3967" y="7981"/>
                </a:lnTo>
                <a:lnTo>
                  <a:pt x="3918" y="8225"/>
                </a:lnTo>
                <a:lnTo>
                  <a:pt x="3918" y="8395"/>
                </a:lnTo>
                <a:lnTo>
                  <a:pt x="3967" y="8565"/>
                </a:lnTo>
                <a:lnTo>
                  <a:pt x="4015" y="8711"/>
                </a:lnTo>
                <a:lnTo>
                  <a:pt x="4113" y="8833"/>
                </a:lnTo>
                <a:lnTo>
                  <a:pt x="4210" y="8955"/>
                </a:lnTo>
                <a:lnTo>
                  <a:pt x="4332" y="9028"/>
                </a:lnTo>
                <a:lnTo>
                  <a:pt x="4478" y="9101"/>
                </a:lnTo>
                <a:lnTo>
                  <a:pt x="4648" y="9149"/>
                </a:lnTo>
                <a:lnTo>
                  <a:pt x="4843" y="9174"/>
                </a:lnTo>
                <a:lnTo>
                  <a:pt x="5013" y="9149"/>
                </a:lnTo>
                <a:lnTo>
                  <a:pt x="5183" y="9101"/>
                </a:lnTo>
                <a:lnTo>
                  <a:pt x="5329" y="9028"/>
                </a:lnTo>
                <a:lnTo>
                  <a:pt x="5451" y="8930"/>
                </a:lnTo>
                <a:lnTo>
                  <a:pt x="5573" y="8809"/>
                </a:lnTo>
                <a:lnTo>
                  <a:pt x="5670" y="8663"/>
                </a:lnTo>
                <a:lnTo>
                  <a:pt x="5743" y="8517"/>
                </a:lnTo>
                <a:lnTo>
                  <a:pt x="5792" y="8346"/>
                </a:lnTo>
                <a:lnTo>
                  <a:pt x="5816" y="8176"/>
                </a:lnTo>
                <a:lnTo>
                  <a:pt x="5792" y="8006"/>
                </a:lnTo>
                <a:lnTo>
                  <a:pt x="5767" y="7835"/>
                </a:lnTo>
                <a:lnTo>
                  <a:pt x="5719" y="7689"/>
                </a:lnTo>
                <a:lnTo>
                  <a:pt x="5646" y="7519"/>
                </a:lnTo>
                <a:lnTo>
                  <a:pt x="5524" y="7397"/>
                </a:lnTo>
                <a:lnTo>
                  <a:pt x="5378" y="7251"/>
                </a:lnTo>
                <a:lnTo>
                  <a:pt x="5232" y="7154"/>
                </a:lnTo>
                <a:lnTo>
                  <a:pt x="5062" y="7105"/>
                </a:lnTo>
                <a:lnTo>
                  <a:pt x="4891" y="7081"/>
                </a:lnTo>
                <a:close/>
                <a:moveTo>
                  <a:pt x="11096" y="7081"/>
                </a:moveTo>
                <a:lnTo>
                  <a:pt x="10926" y="7105"/>
                </a:lnTo>
                <a:lnTo>
                  <a:pt x="10755" y="7178"/>
                </a:lnTo>
                <a:lnTo>
                  <a:pt x="10634" y="7300"/>
                </a:lnTo>
                <a:lnTo>
                  <a:pt x="10512" y="7446"/>
                </a:lnTo>
                <a:lnTo>
                  <a:pt x="10439" y="7568"/>
                </a:lnTo>
                <a:lnTo>
                  <a:pt x="10390" y="7714"/>
                </a:lnTo>
                <a:lnTo>
                  <a:pt x="10342" y="7835"/>
                </a:lnTo>
                <a:lnTo>
                  <a:pt x="10342" y="7981"/>
                </a:lnTo>
                <a:lnTo>
                  <a:pt x="10293" y="8225"/>
                </a:lnTo>
                <a:lnTo>
                  <a:pt x="10293" y="8395"/>
                </a:lnTo>
                <a:lnTo>
                  <a:pt x="10342" y="8565"/>
                </a:lnTo>
                <a:lnTo>
                  <a:pt x="10390" y="8711"/>
                </a:lnTo>
                <a:lnTo>
                  <a:pt x="10488" y="8833"/>
                </a:lnTo>
                <a:lnTo>
                  <a:pt x="10585" y="8955"/>
                </a:lnTo>
                <a:lnTo>
                  <a:pt x="10707" y="9028"/>
                </a:lnTo>
                <a:lnTo>
                  <a:pt x="10853" y="9101"/>
                </a:lnTo>
                <a:lnTo>
                  <a:pt x="11023" y="9149"/>
                </a:lnTo>
                <a:lnTo>
                  <a:pt x="11218" y="9174"/>
                </a:lnTo>
                <a:lnTo>
                  <a:pt x="11388" y="9149"/>
                </a:lnTo>
                <a:lnTo>
                  <a:pt x="11558" y="9101"/>
                </a:lnTo>
                <a:lnTo>
                  <a:pt x="11704" y="9028"/>
                </a:lnTo>
                <a:lnTo>
                  <a:pt x="11826" y="8930"/>
                </a:lnTo>
                <a:lnTo>
                  <a:pt x="11948" y="8809"/>
                </a:lnTo>
                <a:lnTo>
                  <a:pt x="12045" y="8663"/>
                </a:lnTo>
                <a:lnTo>
                  <a:pt x="12118" y="8517"/>
                </a:lnTo>
                <a:lnTo>
                  <a:pt x="12167" y="8346"/>
                </a:lnTo>
                <a:lnTo>
                  <a:pt x="12191" y="8176"/>
                </a:lnTo>
                <a:lnTo>
                  <a:pt x="12167" y="8006"/>
                </a:lnTo>
                <a:lnTo>
                  <a:pt x="12142" y="7835"/>
                </a:lnTo>
                <a:lnTo>
                  <a:pt x="12094" y="7689"/>
                </a:lnTo>
                <a:lnTo>
                  <a:pt x="12021" y="7519"/>
                </a:lnTo>
                <a:lnTo>
                  <a:pt x="11899" y="7397"/>
                </a:lnTo>
                <a:lnTo>
                  <a:pt x="11753" y="7251"/>
                </a:lnTo>
                <a:lnTo>
                  <a:pt x="11607" y="7154"/>
                </a:lnTo>
                <a:lnTo>
                  <a:pt x="11437" y="7105"/>
                </a:lnTo>
                <a:lnTo>
                  <a:pt x="11266" y="7081"/>
                </a:lnTo>
                <a:close/>
                <a:moveTo>
                  <a:pt x="11607" y="10731"/>
                </a:moveTo>
                <a:lnTo>
                  <a:pt x="11120" y="10877"/>
                </a:lnTo>
                <a:lnTo>
                  <a:pt x="10658" y="11047"/>
                </a:lnTo>
                <a:lnTo>
                  <a:pt x="9733" y="11412"/>
                </a:lnTo>
                <a:lnTo>
                  <a:pt x="9247" y="11558"/>
                </a:lnTo>
                <a:lnTo>
                  <a:pt x="8784" y="11704"/>
                </a:lnTo>
                <a:lnTo>
                  <a:pt x="7811" y="11972"/>
                </a:lnTo>
                <a:lnTo>
                  <a:pt x="7738" y="11996"/>
                </a:lnTo>
                <a:lnTo>
                  <a:pt x="7690" y="12045"/>
                </a:lnTo>
                <a:lnTo>
                  <a:pt x="7665" y="12118"/>
                </a:lnTo>
                <a:lnTo>
                  <a:pt x="7641" y="12166"/>
                </a:lnTo>
                <a:lnTo>
                  <a:pt x="7665" y="12239"/>
                </a:lnTo>
                <a:lnTo>
                  <a:pt x="7690" y="12312"/>
                </a:lnTo>
                <a:lnTo>
                  <a:pt x="7738" y="12361"/>
                </a:lnTo>
                <a:lnTo>
                  <a:pt x="7811" y="12410"/>
                </a:lnTo>
                <a:lnTo>
                  <a:pt x="7909" y="12434"/>
                </a:lnTo>
                <a:lnTo>
                  <a:pt x="8030" y="12458"/>
                </a:lnTo>
                <a:lnTo>
                  <a:pt x="8249" y="12458"/>
                </a:lnTo>
                <a:lnTo>
                  <a:pt x="8492" y="12434"/>
                </a:lnTo>
                <a:lnTo>
                  <a:pt x="8760" y="12361"/>
                </a:lnTo>
                <a:lnTo>
                  <a:pt x="9247" y="12191"/>
                </a:lnTo>
                <a:lnTo>
                  <a:pt x="9660" y="12045"/>
                </a:lnTo>
                <a:lnTo>
                  <a:pt x="10731" y="11680"/>
                </a:lnTo>
                <a:lnTo>
                  <a:pt x="11753" y="11290"/>
                </a:lnTo>
                <a:lnTo>
                  <a:pt x="11875" y="11217"/>
                </a:lnTo>
                <a:lnTo>
                  <a:pt x="11923" y="11144"/>
                </a:lnTo>
                <a:lnTo>
                  <a:pt x="11948" y="11023"/>
                </a:lnTo>
                <a:lnTo>
                  <a:pt x="11948" y="10925"/>
                </a:lnTo>
                <a:lnTo>
                  <a:pt x="11899" y="10828"/>
                </a:lnTo>
                <a:lnTo>
                  <a:pt x="11826" y="10755"/>
                </a:lnTo>
                <a:lnTo>
                  <a:pt x="11729" y="10731"/>
                </a:lnTo>
                <a:close/>
                <a:moveTo>
                  <a:pt x="8492" y="682"/>
                </a:moveTo>
                <a:lnTo>
                  <a:pt x="8638" y="706"/>
                </a:lnTo>
                <a:lnTo>
                  <a:pt x="9101" y="755"/>
                </a:lnTo>
                <a:lnTo>
                  <a:pt x="9539" y="803"/>
                </a:lnTo>
                <a:lnTo>
                  <a:pt x="9977" y="901"/>
                </a:lnTo>
                <a:lnTo>
                  <a:pt x="10415" y="1022"/>
                </a:lnTo>
                <a:lnTo>
                  <a:pt x="10755" y="1120"/>
                </a:lnTo>
                <a:lnTo>
                  <a:pt x="11096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02" y="1825"/>
                </a:lnTo>
                <a:lnTo>
                  <a:pt x="11875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6" y="1752"/>
                </a:lnTo>
                <a:lnTo>
                  <a:pt x="11996" y="1728"/>
                </a:lnTo>
                <a:lnTo>
                  <a:pt x="12021" y="1728"/>
                </a:lnTo>
                <a:lnTo>
                  <a:pt x="12118" y="1801"/>
                </a:lnTo>
                <a:lnTo>
                  <a:pt x="12094" y="1874"/>
                </a:lnTo>
                <a:lnTo>
                  <a:pt x="12069" y="1947"/>
                </a:lnTo>
                <a:lnTo>
                  <a:pt x="12094" y="1995"/>
                </a:lnTo>
                <a:lnTo>
                  <a:pt x="12118" y="2020"/>
                </a:lnTo>
                <a:lnTo>
                  <a:pt x="12167" y="2044"/>
                </a:lnTo>
                <a:lnTo>
                  <a:pt x="12215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483" y="2336"/>
                </a:lnTo>
                <a:lnTo>
                  <a:pt x="12507" y="2385"/>
                </a:lnTo>
                <a:lnTo>
                  <a:pt x="12532" y="2409"/>
                </a:lnTo>
                <a:lnTo>
                  <a:pt x="12580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26" y="2287"/>
                </a:lnTo>
                <a:lnTo>
                  <a:pt x="12775" y="2239"/>
                </a:lnTo>
                <a:lnTo>
                  <a:pt x="12945" y="2409"/>
                </a:lnTo>
                <a:lnTo>
                  <a:pt x="12872" y="2531"/>
                </a:lnTo>
                <a:lnTo>
                  <a:pt x="12824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48" y="2750"/>
                </a:lnTo>
                <a:lnTo>
                  <a:pt x="12897" y="2774"/>
                </a:lnTo>
                <a:lnTo>
                  <a:pt x="12945" y="2774"/>
                </a:lnTo>
                <a:lnTo>
                  <a:pt x="13067" y="2701"/>
                </a:lnTo>
                <a:lnTo>
                  <a:pt x="13164" y="2604"/>
                </a:lnTo>
                <a:lnTo>
                  <a:pt x="13286" y="2725"/>
                </a:lnTo>
                <a:lnTo>
                  <a:pt x="13383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64" y="3163"/>
                </a:lnTo>
                <a:lnTo>
                  <a:pt x="13164" y="3236"/>
                </a:lnTo>
                <a:lnTo>
                  <a:pt x="13189" y="3285"/>
                </a:lnTo>
                <a:lnTo>
                  <a:pt x="13213" y="3309"/>
                </a:lnTo>
                <a:lnTo>
                  <a:pt x="13310" y="3285"/>
                </a:lnTo>
                <a:lnTo>
                  <a:pt x="13408" y="3236"/>
                </a:lnTo>
                <a:lnTo>
                  <a:pt x="13529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5" y="3407"/>
                </a:lnTo>
                <a:lnTo>
                  <a:pt x="13554" y="3504"/>
                </a:lnTo>
                <a:lnTo>
                  <a:pt x="13481" y="3577"/>
                </a:lnTo>
                <a:lnTo>
                  <a:pt x="13456" y="3650"/>
                </a:lnTo>
                <a:lnTo>
                  <a:pt x="13456" y="3699"/>
                </a:lnTo>
                <a:lnTo>
                  <a:pt x="13505" y="3723"/>
                </a:lnTo>
                <a:lnTo>
                  <a:pt x="13602" y="3747"/>
                </a:lnTo>
                <a:lnTo>
                  <a:pt x="13675" y="3723"/>
                </a:lnTo>
                <a:lnTo>
                  <a:pt x="13773" y="3674"/>
                </a:lnTo>
                <a:lnTo>
                  <a:pt x="13846" y="3626"/>
                </a:lnTo>
                <a:lnTo>
                  <a:pt x="13943" y="3577"/>
                </a:lnTo>
                <a:lnTo>
                  <a:pt x="14138" y="3918"/>
                </a:lnTo>
                <a:lnTo>
                  <a:pt x="14040" y="3991"/>
                </a:lnTo>
                <a:lnTo>
                  <a:pt x="13846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00" y="4380"/>
                </a:lnTo>
                <a:lnTo>
                  <a:pt x="13821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186" y="4842"/>
                </a:lnTo>
                <a:lnTo>
                  <a:pt x="14065" y="4940"/>
                </a:lnTo>
                <a:lnTo>
                  <a:pt x="13943" y="5061"/>
                </a:lnTo>
                <a:lnTo>
                  <a:pt x="13919" y="5134"/>
                </a:lnTo>
                <a:lnTo>
                  <a:pt x="13894" y="5207"/>
                </a:lnTo>
                <a:lnTo>
                  <a:pt x="13894" y="5256"/>
                </a:lnTo>
                <a:lnTo>
                  <a:pt x="13919" y="5280"/>
                </a:lnTo>
                <a:lnTo>
                  <a:pt x="13943" y="5305"/>
                </a:lnTo>
                <a:lnTo>
                  <a:pt x="13992" y="5305"/>
                </a:lnTo>
                <a:lnTo>
                  <a:pt x="14113" y="5256"/>
                </a:lnTo>
                <a:lnTo>
                  <a:pt x="14235" y="5183"/>
                </a:lnTo>
                <a:lnTo>
                  <a:pt x="14527" y="5037"/>
                </a:lnTo>
                <a:lnTo>
                  <a:pt x="14600" y="5013"/>
                </a:lnTo>
                <a:lnTo>
                  <a:pt x="14746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57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16" y="6740"/>
                </a:lnTo>
                <a:lnTo>
                  <a:pt x="13992" y="6789"/>
                </a:lnTo>
                <a:lnTo>
                  <a:pt x="13967" y="6813"/>
                </a:lnTo>
                <a:lnTo>
                  <a:pt x="13992" y="6862"/>
                </a:lnTo>
                <a:lnTo>
                  <a:pt x="14040" y="6886"/>
                </a:lnTo>
                <a:lnTo>
                  <a:pt x="14235" y="6886"/>
                </a:lnTo>
                <a:lnTo>
                  <a:pt x="14405" y="6862"/>
                </a:lnTo>
                <a:lnTo>
                  <a:pt x="14770" y="6813"/>
                </a:lnTo>
                <a:lnTo>
                  <a:pt x="15014" y="6740"/>
                </a:lnTo>
                <a:lnTo>
                  <a:pt x="15087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16" y="7592"/>
                </a:lnTo>
                <a:lnTo>
                  <a:pt x="14040" y="7665"/>
                </a:lnTo>
                <a:lnTo>
                  <a:pt x="14065" y="7714"/>
                </a:lnTo>
                <a:lnTo>
                  <a:pt x="14138" y="7738"/>
                </a:lnTo>
                <a:lnTo>
                  <a:pt x="14332" y="7714"/>
                </a:lnTo>
                <a:lnTo>
                  <a:pt x="14527" y="7665"/>
                </a:lnTo>
                <a:lnTo>
                  <a:pt x="14916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57" y="8079"/>
                </a:lnTo>
                <a:lnTo>
                  <a:pt x="14235" y="8103"/>
                </a:lnTo>
                <a:lnTo>
                  <a:pt x="14113" y="8152"/>
                </a:lnTo>
                <a:lnTo>
                  <a:pt x="14016" y="8200"/>
                </a:lnTo>
                <a:lnTo>
                  <a:pt x="13919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19" y="8395"/>
                </a:lnTo>
                <a:lnTo>
                  <a:pt x="13943" y="8395"/>
                </a:lnTo>
                <a:lnTo>
                  <a:pt x="14065" y="8419"/>
                </a:lnTo>
                <a:lnTo>
                  <a:pt x="14211" y="8444"/>
                </a:lnTo>
                <a:lnTo>
                  <a:pt x="14454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7" y="8979"/>
                </a:lnTo>
                <a:lnTo>
                  <a:pt x="13870" y="9028"/>
                </a:lnTo>
                <a:lnTo>
                  <a:pt x="13846" y="9052"/>
                </a:lnTo>
                <a:lnTo>
                  <a:pt x="13870" y="9076"/>
                </a:lnTo>
                <a:lnTo>
                  <a:pt x="13967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478" y="9660"/>
                </a:lnTo>
                <a:lnTo>
                  <a:pt x="14259" y="9757"/>
                </a:lnTo>
                <a:lnTo>
                  <a:pt x="14040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0" y="9976"/>
                </a:lnTo>
                <a:lnTo>
                  <a:pt x="14065" y="9976"/>
                </a:lnTo>
                <a:lnTo>
                  <a:pt x="14284" y="10001"/>
                </a:lnTo>
                <a:lnTo>
                  <a:pt x="14503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65" y="10390"/>
                </a:lnTo>
                <a:lnTo>
                  <a:pt x="14527" y="10463"/>
                </a:lnTo>
                <a:lnTo>
                  <a:pt x="14332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46" y="10682"/>
                </a:lnTo>
                <a:lnTo>
                  <a:pt x="13821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894" y="10901"/>
                </a:lnTo>
                <a:lnTo>
                  <a:pt x="13967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576" y="10901"/>
                </a:lnTo>
                <a:lnTo>
                  <a:pt x="14795" y="10877"/>
                </a:lnTo>
                <a:lnTo>
                  <a:pt x="14795" y="10877"/>
                </a:lnTo>
                <a:lnTo>
                  <a:pt x="14600" y="11339"/>
                </a:lnTo>
                <a:lnTo>
                  <a:pt x="14478" y="11339"/>
                </a:lnTo>
                <a:lnTo>
                  <a:pt x="14284" y="11315"/>
                </a:lnTo>
                <a:lnTo>
                  <a:pt x="14089" y="11339"/>
                </a:lnTo>
                <a:lnTo>
                  <a:pt x="13919" y="11363"/>
                </a:lnTo>
                <a:lnTo>
                  <a:pt x="13724" y="11436"/>
                </a:lnTo>
                <a:lnTo>
                  <a:pt x="13724" y="11461"/>
                </a:lnTo>
                <a:lnTo>
                  <a:pt x="13724" y="11485"/>
                </a:lnTo>
                <a:lnTo>
                  <a:pt x="13894" y="11558"/>
                </a:lnTo>
                <a:lnTo>
                  <a:pt x="14065" y="11607"/>
                </a:lnTo>
                <a:lnTo>
                  <a:pt x="14430" y="11655"/>
                </a:lnTo>
                <a:lnTo>
                  <a:pt x="14186" y="12069"/>
                </a:lnTo>
                <a:lnTo>
                  <a:pt x="13967" y="12069"/>
                </a:lnTo>
                <a:lnTo>
                  <a:pt x="13724" y="12093"/>
                </a:lnTo>
                <a:lnTo>
                  <a:pt x="13602" y="12069"/>
                </a:lnTo>
                <a:lnTo>
                  <a:pt x="13456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64" y="12069"/>
                </a:lnTo>
                <a:lnTo>
                  <a:pt x="13189" y="12166"/>
                </a:lnTo>
                <a:lnTo>
                  <a:pt x="13237" y="12239"/>
                </a:lnTo>
                <a:lnTo>
                  <a:pt x="13310" y="12312"/>
                </a:lnTo>
                <a:lnTo>
                  <a:pt x="13408" y="12361"/>
                </a:lnTo>
                <a:lnTo>
                  <a:pt x="13529" y="12385"/>
                </a:lnTo>
                <a:lnTo>
                  <a:pt x="13651" y="12410"/>
                </a:lnTo>
                <a:lnTo>
                  <a:pt x="13919" y="12434"/>
                </a:lnTo>
                <a:lnTo>
                  <a:pt x="13578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6" y="12677"/>
                </a:lnTo>
                <a:lnTo>
                  <a:pt x="12605" y="12702"/>
                </a:lnTo>
                <a:lnTo>
                  <a:pt x="12605" y="12726"/>
                </a:lnTo>
                <a:lnTo>
                  <a:pt x="12580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26" y="12969"/>
                </a:lnTo>
                <a:lnTo>
                  <a:pt x="12824" y="13018"/>
                </a:lnTo>
                <a:lnTo>
                  <a:pt x="13018" y="13115"/>
                </a:lnTo>
                <a:lnTo>
                  <a:pt x="13237" y="13164"/>
                </a:lnTo>
                <a:lnTo>
                  <a:pt x="13091" y="13286"/>
                </a:lnTo>
                <a:lnTo>
                  <a:pt x="13043" y="13286"/>
                </a:lnTo>
                <a:lnTo>
                  <a:pt x="12580" y="13261"/>
                </a:lnTo>
                <a:lnTo>
                  <a:pt x="12337" y="13213"/>
                </a:lnTo>
                <a:lnTo>
                  <a:pt x="12215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72" y="13261"/>
                </a:lnTo>
                <a:lnTo>
                  <a:pt x="11972" y="13334"/>
                </a:lnTo>
                <a:lnTo>
                  <a:pt x="11996" y="13383"/>
                </a:lnTo>
                <a:lnTo>
                  <a:pt x="12142" y="13505"/>
                </a:lnTo>
                <a:lnTo>
                  <a:pt x="12288" y="13578"/>
                </a:lnTo>
                <a:lnTo>
                  <a:pt x="12459" y="13626"/>
                </a:lnTo>
                <a:lnTo>
                  <a:pt x="12653" y="13651"/>
                </a:lnTo>
                <a:lnTo>
                  <a:pt x="12215" y="13943"/>
                </a:lnTo>
                <a:lnTo>
                  <a:pt x="12142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42" y="13724"/>
                </a:lnTo>
                <a:lnTo>
                  <a:pt x="11218" y="13748"/>
                </a:lnTo>
                <a:lnTo>
                  <a:pt x="11193" y="13748"/>
                </a:lnTo>
                <a:lnTo>
                  <a:pt x="11193" y="13821"/>
                </a:lnTo>
                <a:lnTo>
                  <a:pt x="11242" y="13894"/>
                </a:lnTo>
                <a:lnTo>
                  <a:pt x="11291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777" y="14210"/>
                </a:lnTo>
                <a:lnTo>
                  <a:pt x="11437" y="14381"/>
                </a:lnTo>
                <a:lnTo>
                  <a:pt x="11364" y="14332"/>
                </a:lnTo>
                <a:lnTo>
                  <a:pt x="11315" y="14308"/>
                </a:lnTo>
                <a:lnTo>
                  <a:pt x="11169" y="14259"/>
                </a:lnTo>
                <a:lnTo>
                  <a:pt x="10877" y="14235"/>
                </a:lnTo>
                <a:lnTo>
                  <a:pt x="10634" y="14210"/>
                </a:lnTo>
                <a:lnTo>
                  <a:pt x="10488" y="14210"/>
                </a:lnTo>
                <a:lnTo>
                  <a:pt x="10366" y="14235"/>
                </a:lnTo>
                <a:lnTo>
                  <a:pt x="10342" y="14283"/>
                </a:lnTo>
                <a:lnTo>
                  <a:pt x="10366" y="14332"/>
                </a:lnTo>
                <a:lnTo>
                  <a:pt x="10390" y="14381"/>
                </a:lnTo>
                <a:lnTo>
                  <a:pt x="10488" y="14478"/>
                </a:lnTo>
                <a:lnTo>
                  <a:pt x="10609" y="14551"/>
                </a:lnTo>
                <a:lnTo>
                  <a:pt x="10707" y="14575"/>
                </a:lnTo>
                <a:lnTo>
                  <a:pt x="10877" y="14624"/>
                </a:lnTo>
                <a:lnTo>
                  <a:pt x="10488" y="14746"/>
                </a:lnTo>
                <a:lnTo>
                  <a:pt x="10293" y="14673"/>
                </a:lnTo>
                <a:lnTo>
                  <a:pt x="10098" y="14624"/>
                </a:lnTo>
                <a:lnTo>
                  <a:pt x="9904" y="14600"/>
                </a:lnTo>
                <a:lnTo>
                  <a:pt x="9782" y="14600"/>
                </a:lnTo>
                <a:lnTo>
                  <a:pt x="9685" y="14648"/>
                </a:lnTo>
                <a:lnTo>
                  <a:pt x="9660" y="14673"/>
                </a:lnTo>
                <a:lnTo>
                  <a:pt x="9660" y="14721"/>
                </a:lnTo>
                <a:lnTo>
                  <a:pt x="9709" y="14794"/>
                </a:lnTo>
                <a:lnTo>
                  <a:pt x="9782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63" y="14940"/>
                </a:lnTo>
                <a:lnTo>
                  <a:pt x="9514" y="14916"/>
                </a:lnTo>
                <a:lnTo>
                  <a:pt x="9417" y="14867"/>
                </a:lnTo>
                <a:lnTo>
                  <a:pt x="9222" y="14843"/>
                </a:lnTo>
                <a:lnTo>
                  <a:pt x="9125" y="14843"/>
                </a:lnTo>
                <a:lnTo>
                  <a:pt x="9028" y="14867"/>
                </a:lnTo>
                <a:lnTo>
                  <a:pt x="9003" y="14916"/>
                </a:lnTo>
                <a:lnTo>
                  <a:pt x="8979" y="14965"/>
                </a:lnTo>
                <a:lnTo>
                  <a:pt x="8955" y="15013"/>
                </a:lnTo>
                <a:lnTo>
                  <a:pt x="8979" y="15062"/>
                </a:lnTo>
                <a:lnTo>
                  <a:pt x="9003" y="15086"/>
                </a:lnTo>
                <a:lnTo>
                  <a:pt x="8638" y="15135"/>
                </a:lnTo>
                <a:lnTo>
                  <a:pt x="8298" y="15159"/>
                </a:lnTo>
                <a:lnTo>
                  <a:pt x="7203" y="15159"/>
                </a:lnTo>
                <a:lnTo>
                  <a:pt x="6838" y="15111"/>
                </a:lnTo>
                <a:lnTo>
                  <a:pt x="6497" y="15062"/>
                </a:lnTo>
                <a:lnTo>
                  <a:pt x="6132" y="14989"/>
                </a:lnTo>
                <a:lnTo>
                  <a:pt x="5792" y="14916"/>
                </a:lnTo>
                <a:lnTo>
                  <a:pt x="5451" y="14819"/>
                </a:lnTo>
                <a:lnTo>
                  <a:pt x="5110" y="14697"/>
                </a:lnTo>
                <a:lnTo>
                  <a:pt x="4794" y="14575"/>
                </a:lnTo>
                <a:lnTo>
                  <a:pt x="4453" y="14405"/>
                </a:lnTo>
                <a:lnTo>
                  <a:pt x="4137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18" y="13456"/>
                </a:lnTo>
                <a:lnTo>
                  <a:pt x="2774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093" y="12507"/>
                </a:lnTo>
                <a:lnTo>
                  <a:pt x="1898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387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22" y="10512"/>
                </a:lnTo>
                <a:lnTo>
                  <a:pt x="949" y="10195"/>
                </a:lnTo>
                <a:lnTo>
                  <a:pt x="876" y="9879"/>
                </a:lnTo>
                <a:lnTo>
                  <a:pt x="828" y="9538"/>
                </a:lnTo>
                <a:lnTo>
                  <a:pt x="755" y="9003"/>
                </a:lnTo>
                <a:lnTo>
                  <a:pt x="730" y="8468"/>
                </a:lnTo>
                <a:lnTo>
                  <a:pt x="730" y="7933"/>
                </a:lnTo>
                <a:lnTo>
                  <a:pt x="779" y="7397"/>
                </a:lnTo>
                <a:lnTo>
                  <a:pt x="828" y="6862"/>
                </a:lnTo>
                <a:lnTo>
                  <a:pt x="949" y="6351"/>
                </a:lnTo>
                <a:lnTo>
                  <a:pt x="1071" y="5840"/>
                </a:lnTo>
                <a:lnTo>
                  <a:pt x="1266" y="5353"/>
                </a:lnTo>
                <a:lnTo>
                  <a:pt x="1387" y="5061"/>
                </a:lnTo>
                <a:lnTo>
                  <a:pt x="1558" y="4745"/>
                </a:lnTo>
                <a:lnTo>
                  <a:pt x="1752" y="4404"/>
                </a:lnTo>
                <a:lnTo>
                  <a:pt x="1996" y="4064"/>
                </a:lnTo>
                <a:lnTo>
                  <a:pt x="2263" y="3699"/>
                </a:lnTo>
                <a:lnTo>
                  <a:pt x="2555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0" y="2263"/>
                </a:lnTo>
                <a:lnTo>
                  <a:pt x="4064" y="1922"/>
                </a:lnTo>
                <a:lnTo>
                  <a:pt x="4526" y="1630"/>
                </a:lnTo>
                <a:lnTo>
                  <a:pt x="5013" y="1363"/>
                </a:lnTo>
                <a:lnTo>
                  <a:pt x="5500" y="1144"/>
                </a:lnTo>
                <a:lnTo>
                  <a:pt x="6035" y="974"/>
                </a:lnTo>
                <a:lnTo>
                  <a:pt x="6303" y="925"/>
                </a:lnTo>
                <a:lnTo>
                  <a:pt x="6595" y="876"/>
                </a:lnTo>
                <a:lnTo>
                  <a:pt x="6862" y="828"/>
                </a:lnTo>
                <a:lnTo>
                  <a:pt x="7154" y="803"/>
                </a:lnTo>
                <a:lnTo>
                  <a:pt x="7519" y="779"/>
                </a:lnTo>
                <a:lnTo>
                  <a:pt x="7909" y="730"/>
                </a:lnTo>
                <a:lnTo>
                  <a:pt x="8298" y="682"/>
                </a:lnTo>
                <a:close/>
                <a:moveTo>
                  <a:pt x="8128" y="0"/>
                </a:moveTo>
                <a:lnTo>
                  <a:pt x="7738" y="25"/>
                </a:lnTo>
                <a:lnTo>
                  <a:pt x="7373" y="73"/>
                </a:lnTo>
                <a:lnTo>
                  <a:pt x="7081" y="49"/>
                </a:lnTo>
                <a:lnTo>
                  <a:pt x="6765" y="49"/>
                </a:lnTo>
                <a:lnTo>
                  <a:pt x="6473" y="73"/>
                </a:lnTo>
                <a:lnTo>
                  <a:pt x="6157" y="146"/>
                </a:lnTo>
                <a:lnTo>
                  <a:pt x="5840" y="219"/>
                </a:lnTo>
                <a:lnTo>
                  <a:pt x="5524" y="317"/>
                </a:lnTo>
                <a:lnTo>
                  <a:pt x="5208" y="438"/>
                </a:lnTo>
                <a:lnTo>
                  <a:pt x="4916" y="560"/>
                </a:lnTo>
                <a:lnTo>
                  <a:pt x="4307" y="876"/>
                </a:lnTo>
                <a:lnTo>
                  <a:pt x="3748" y="1217"/>
                </a:lnTo>
                <a:lnTo>
                  <a:pt x="3212" y="1606"/>
                </a:lnTo>
                <a:lnTo>
                  <a:pt x="2750" y="1995"/>
                </a:lnTo>
                <a:lnTo>
                  <a:pt x="2482" y="2239"/>
                </a:lnTo>
                <a:lnTo>
                  <a:pt x="2239" y="2482"/>
                </a:lnTo>
                <a:lnTo>
                  <a:pt x="2020" y="2725"/>
                </a:lnTo>
                <a:lnTo>
                  <a:pt x="1825" y="2993"/>
                </a:lnTo>
                <a:lnTo>
                  <a:pt x="1631" y="3261"/>
                </a:lnTo>
                <a:lnTo>
                  <a:pt x="1436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390" y="5962"/>
                </a:lnTo>
                <a:lnTo>
                  <a:pt x="195" y="6643"/>
                </a:lnTo>
                <a:lnTo>
                  <a:pt x="122" y="7008"/>
                </a:lnTo>
                <a:lnTo>
                  <a:pt x="49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1" y="8809"/>
                </a:lnTo>
                <a:lnTo>
                  <a:pt x="49" y="9174"/>
                </a:lnTo>
                <a:lnTo>
                  <a:pt x="98" y="9514"/>
                </a:lnTo>
                <a:lnTo>
                  <a:pt x="171" y="9879"/>
                </a:lnTo>
                <a:lnTo>
                  <a:pt x="268" y="10220"/>
                </a:lnTo>
                <a:lnTo>
                  <a:pt x="365" y="10560"/>
                </a:lnTo>
                <a:lnTo>
                  <a:pt x="487" y="10901"/>
                </a:lnTo>
                <a:lnTo>
                  <a:pt x="633" y="11242"/>
                </a:lnTo>
                <a:lnTo>
                  <a:pt x="803" y="11582"/>
                </a:lnTo>
                <a:lnTo>
                  <a:pt x="1168" y="12264"/>
                </a:lnTo>
                <a:lnTo>
                  <a:pt x="1387" y="12629"/>
                </a:lnTo>
                <a:lnTo>
                  <a:pt x="1631" y="12994"/>
                </a:lnTo>
                <a:lnTo>
                  <a:pt x="1874" y="13334"/>
                </a:lnTo>
                <a:lnTo>
                  <a:pt x="2142" y="13651"/>
                </a:lnTo>
                <a:lnTo>
                  <a:pt x="2434" y="13943"/>
                </a:lnTo>
                <a:lnTo>
                  <a:pt x="2726" y="14235"/>
                </a:lnTo>
                <a:lnTo>
                  <a:pt x="3042" y="14502"/>
                </a:lnTo>
                <a:lnTo>
                  <a:pt x="3358" y="14746"/>
                </a:lnTo>
                <a:lnTo>
                  <a:pt x="3699" y="14965"/>
                </a:lnTo>
                <a:lnTo>
                  <a:pt x="4040" y="15159"/>
                </a:lnTo>
                <a:lnTo>
                  <a:pt x="4405" y="15354"/>
                </a:lnTo>
                <a:lnTo>
                  <a:pt x="4794" y="15500"/>
                </a:lnTo>
                <a:lnTo>
                  <a:pt x="5183" y="15622"/>
                </a:lnTo>
                <a:lnTo>
                  <a:pt x="5573" y="15743"/>
                </a:lnTo>
                <a:lnTo>
                  <a:pt x="5986" y="15816"/>
                </a:lnTo>
                <a:lnTo>
                  <a:pt x="6424" y="15889"/>
                </a:lnTo>
                <a:lnTo>
                  <a:pt x="6838" y="15914"/>
                </a:lnTo>
                <a:lnTo>
                  <a:pt x="7276" y="15938"/>
                </a:lnTo>
                <a:lnTo>
                  <a:pt x="7714" y="15938"/>
                </a:lnTo>
                <a:lnTo>
                  <a:pt x="8152" y="15914"/>
                </a:lnTo>
                <a:lnTo>
                  <a:pt x="8565" y="15889"/>
                </a:lnTo>
                <a:lnTo>
                  <a:pt x="9003" y="15841"/>
                </a:lnTo>
                <a:lnTo>
                  <a:pt x="9417" y="15768"/>
                </a:lnTo>
                <a:lnTo>
                  <a:pt x="9831" y="15670"/>
                </a:lnTo>
                <a:lnTo>
                  <a:pt x="10244" y="15573"/>
                </a:lnTo>
                <a:lnTo>
                  <a:pt x="10658" y="15451"/>
                </a:lnTo>
                <a:lnTo>
                  <a:pt x="11047" y="15305"/>
                </a:lnTo>
                <a:lnTo>
                  <a:pt x="11437" y="15135"/>
                </a:lnTo>
                <a:lnTo>
                  <a:pt x="11826" y="14940"/>
                </a:lnTo>
                <a:lnTo>
                  <a:pt x="12191" y="14721"/>
                </a:lnTo>
                <a:lnTo>
                  <a:pt x="12556" y="14478"/>
                </a:lnTo>
                <a:lnTo>
                  <a:pt x="12921" y="14235"/>
                </a:lnTo>
                <a:lnTo>
                  <a:pt x="13262" y="13943"/>
                </a:lnTo>
                <a:lnTo>
                  <a:pt x="13578" y="13651"/>
                </a:lnTo>
                <a:lnTo>
                  <a:pt x="13894" y="13334"/>
                </a:lnTo>
                <a:lnTo>
                  <a:pt x="14186" y="13018"/>
                </a:lnTo>
                <a:lnTo>
                  <a:pt x="14430" y="12702"/>
                </a:lnTo>
                <a:lnTo>
                  <a:pt x="14673" y="12361"/>
                </a:lnTo>
                <a:lnTo>
                  <a:pt x="14892" y="11996"/>
                </a:lnTo>
                <a:lnTo>
                  <a:pt x="15087" y="11631"/>
                </a:lnTo>
                <a:lnTo>
                  <a:pt x="15111" y="11631"/>
                </a:lnTo>
                <a:lnTo>
                  <a:pt x="15135" y="11582"/>
                </a:lnTo>
                <a:lnTo>
                  <a:pt x="15135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68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17" y="8760"/>
                </a:lnTo>
                <a:lnTo>
                  <a:pt x="15817" y="8371"/>
                </a:lnTo>
                <a:lnTo>
                  <a:pt x="15817" y="7957"/>
                </a:lnTo>
                <a:lnTo>
                  <a:pt x="15719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00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35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00" y="3480"/>
                </a:lnTo>
                <a:lnTo>
                  <a:pt x="14381" y="3115"/>
                </a:lnTo>
                <a:lnTo>
                  <a:pt x="14138" y="2774"/>
                </a:lnTo>
                <a:lnTo>
                  <a:pt x="13870" y="2458"/>
                </a:lnTo>
                <a:lnTo>
                  <a:pt x="13578" y="2141"/>
                </a:lnTo>
                <a:lnTo>
                  <a:pt x="13262" y="1849"/>
                </a:lnTo>
                <a:lnTo>
                  <a:pt x="12970" y="1582"/>
                </a:lnTo>
                <a:lnTo>
                  <a:pt x="12629" y="1363"/>
                </a:lnTo>
                <a:lnTo>
                  <a:pt x="12288" y="1144"/>
                </a:lnTo>
                <a:lnTo>
                  <a:pt x="11948" y="949"/>
                </a:lnTo>
                <a:lnTo>
                  <a:pt x="11583" y="779"/>
                </a:lnTo>
                <a:lnTo>
                  <a:pt x="11218" y="609"/>
                </a:lnTo>
                <a:lnTo>
                  <a:pt x="10828" y="487"/>
                </a:lnTo>
                <a:lnTo>
                  <a:pt x="10463" y="365"/>
                </a:lnTo>
                <a:lnTo>
                  <a:pt x="10098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0" y="49"/>
                </a:lnTo>
                <a:lnTo>
                  <a:pt x="8517" y="25"/>
                </a:lnTo>
                <a:lnTo>
                  <a:pt x="812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4454820" y="241786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6833185" y="1533666"/>
            <a:ext cx="387161" cy="402569"/>
          </a:xfrm>
          <a:custGeom>
            <a:avLst/>
            <a:gdLst/>
            <a:ahLst/>
            <a:cxnLst/>
            <a:rect l="l" t="t" r="r" b="b"/>
            <a:pathLst>
              <a:path w="17715" h="18420" extrusionOk="0">
                <a:moveTo>
                  <a:pt x="14673" y="803"/>
                </a:moveTo>
                <a:lnTo>
                  <a:pt x="14746" y="1022"/>
                </a:lnTo>
                <a:lnTo>
                  <a:pt x="14794" y="1217"/>
                </a:lnTo>
                <a:lnTo>
                  <a:pt x="14843" y="1655"/>
                </a:lnTo>
                <a:lnTo>
                  <a:pt x="14892" y="2141"/>
                </a:lnTo>
                <a:lnTo>
                  <a:pt x="14916" y="2385"/>
                </a:lnTo>
                <a:lnTo>
                  <a:pt x="14940" y="2482"/>
                </a:lnTo>
                <a:lnTo>
                  <a:pt x="15013" y="2604"/>
                </a:lnTo>
                <a:lnTo>
                  <a:pt x="14770" y="2847"/>
                </a:lnTo>
                <a:lnTo>
                  <a:pt x="14697" y="2920"/>
                </a:lnTo>
                <a:lnTo>
                  <a:pt x="14648" y="2628"/>
                </a:lnTo>
                <a:lnTo>
                  <a:pt x="14600" y="2360"/>
                </a:lnTo>
                <a:lnTo>
                  <a:pt x="14527" y="2044"/>
                </a:lnTo>
                <a:lnTo>
                  <a:pt x="14405" y="1776"/>
                </a:lnTo>
                <a:lnTo>
                  <a:pt x="14308" y="1484"/>
                </a:lnTo>
                <a:lnTo>
                  <a:pt x="14210" y="1192"/>
                </a:lnTo>
                <a:lnTo>
                  <a:pt x="14673" y="803"/>
                </a:lnTo>
                <a:close/>
                <a:moveTo>
                  <a:pt x="15695" y="2847"/>
                </a:moveTo>
                <a:lnTo>
                  <a:pt x="16400" y="2871"/>
                </a:lnTo>
                <a:lnTo>
                  <a:pt x="17106" y="2969"/>
                </a:lnTo>
                <a:lnTo>
                  <a:pt x="16984" y="3115"/>
                </a:lnTo>
                <a:lnTo>
                  <a:pt x="16960" y="3090"/>
                </a:lnTo>
                <a:lnTo>
                  <a:pt x="16887" y="3042"/>
                </a:lnTo>
                <a:lnTo>
                  <a:pt x="16790" y="2993"/>
                </a:lnTo>
                <a:lnTo>
                  <a:pt x="16595" y="2969"/>
                </a:lnTo>
                <a:lnTo>
                  <a:pt x="16400" y="2944"/>
                </a:lnTo>
                <a:lnTo>
                  <a:pt x="15914" y="2944"/>
                </a:lnTo>
                <a:lnTo>
                  <a:pt x="15622" y="2920"/>
                </a:lnTo>
                <a:lnTo>
                  <a:pt x="15695" y="2847"/>
                </a:lnTo>
                <a:close/>
                <a:moveTo>
                  <a:pt x="14040" y="1314"/>
                </a:moveTo>
                <a:lnTo>
                  <a:pt x="14040" y="1484"/>
                </a:lnTo>
                <a:lnTo>
                  <a:pt x="14064" y="1655"/>
                </a:lnTo>
                <a:lnTo>
                  <a:pt x="14137" y="2020"/>
                </a:lnTo>
                <a:lnTo>
                  <a:pt x="14283" y="2871"/>
                </a:lnTo>
                <a:lnTo>
                  <a:pt x="14308" y="3066"/>
                </a:lnTo>
                <a:lnTo>
                  <a:pt x="14332" y="3236"/>
                </a:lnTo>
                <a:lnTo>
                  <a:pt x="14162" y="3382"/>
                </a:lnTo>
                <a:lnTo>
                  <a:pt x="14137" y="3139"/>
                </a:lnTo>
                <a:lnTo>
                  <a:pt x="14040" y="2871"/>
                </a:lnTo>
                <a:lnTo>
                  <a:pt x="13870" y="2433"/>
                </a:lnTo>
                <a:lnTo>
                  <a:pt x="13748" y="2068"/>
                </a:lnTo>
                <a:lnTo>
                  <a:pt x="13675" y="1703"/>
                </a:lnTo>
                <a:lnTo>
                  <a:pt x="13651" y="1630"/>
                </a:lnTo>
                <a:lnTo>
                  <a:pt x="13699" y="1582"/>
                </a:lnTo>
                <a:lnTo>
                  <a:pt x="14040" y="1314"/>
                </a:lnTo>
                <a:close/>
                <a:moveTo>
                  <a:pt x="13359" y="1898"/>
                </a:moveTo>
                <a:lnTo>
                  <a:pt x="13432" y="2239"/>
                </a:lnTo>
                <a:lnTo>
                  <a:pt x="13553" y="2677"/>
                </a:lnTo>
                <a:lnTo>
                  <a:pt x="13699" y="3090"/>
                </a:lnTo>
                <a:lnTo>
                  <a:pt x="13772" y="3358"/>
                </a:lnTo>
                <a:lnTo>
                  <a:pt x="13821" y="3480"/>
                </a:lnTo>
                <a:lnTo>
                  <a:pt x="13894" y="3601"/>
                </a:lnTo>
                <a:lnTo>
                  <a:pt x="13724" y="3723"/>
                </a:lnTo>
                <a:lnTo>
                  <a:pt x="13699" y="3577"/>
                </a:lnTo>
                <a:lnTo>
                  <a:pt x="13675" y="3407"/>
                </a:lnTo>
                <a:lnTo>
                  <a:pt x="13578" y="3090"/>
                </a:lnTo>
                <a:lnTo>
                  <a:pt x="13529" y="2798"/>
                </a:lnTo>
                <a:lnTo>
                  <a:pt x="13456" y="2531"/>
                </a:lnTo>
                <a:lnTo>
                  <a:pt x="13383" y="2239"/>
                </a:lnTo>
                <a:lnTo>
                  <a:pt x="13237" y="1995"/>
                </a:lnTo>
                <a:lnTo>
                  <a:pt x="13359" y="1898"/>
                </a:lnTo>
                <a:close/>
                <a:moveTo>
                  <a:pt x="15378" y="3188"/>
                </a:moveTo>
                <a:lnTo>
                  <a:pt x="15500" y="3236"/>
                </a:lnTo>
                <a:lnTo>
                  <a:pt x="15646" y="3261"/>
                </a:lnTo>
                <a:lnTo>
                  <a:pt x="15914" y="3285"/>
                </a:lnTo>
                <a:lnTo>
                  <a:pt x="16790" y="3358"/>
                </a:lnTo>
                <a:lnTo>
                  <a:pt x="16473" y="3723"/>
                </a:lnTo>
                <a:lnTo>
                  <a:pt x="16449" y="3650"/>
                </a:lnTo>
                <a:lnTo>
                  <a:pt x="16425" y="3601"/>
                </a:lnTo>
                <a:lnTo>
                  <a:pt x="16376" y="3553"/>
                </a:lnTo>
                <a:lnTo>
                  <a:pt x="16303" y="3528"/>
                </a:lnTo>
                <a:lnTo>
                  <a:pt x="16084" y="3455"/>
                </a:lnTo>
                <a:lnTo>
                  <a:pt x="15816" y="3431"/>
                </a:lnTo>
                <a:lnTo>
                  <a:pt x="15573" y="3431"/>
                </a:lnTo>
                <a:lnTo>
                  <a:pt x="15330" y="3455"/>
                </a:lnTo>
                <a:lnTo>
                  <a:pt x="15086" y="3455"/>
                </a:lnTo>
                <a:lnTo>
                  <a:pt x="15135" y="3431"/>
                </a:lnTo>
                <a:lnTo>
                  <a:pt x="15378" y="3188"/>
                </a:lnTo>
                <a:close/>
                <a:moveTo>
                  <a:pt x="13067" y="2166"/>
                </a:moveTo>
                <a:lnTo>
                  <a:pt x="13115" y="2628"/>
                </a:lnTo>
                <a:lnTo>
                  <a:pt x="13164" y="3042"/>
                </a:lnTo>
                <a:lnTo>
                  <a:pt x="13188" y="3285"/>
                </a:lnTo>
                <a:lnTo>
                  <a:pt x="13213" y="3553"/>
                </a:lnTo>
                <a:lnTo>
                  <a:pt x="13261" y="3699"/>
                </a:lnTo>
                <a:lnTo>
                  <a:pt x="13286" y="3820"/>
                </a:lnTo>
                <a:lnTo>
                  <a:pt x="13359" y="3942"/>
                </a:lnTo>
                <a:lnTo>
                  <a:pt x="13432" y="4015"/>
                </a:lnTo>
                <a:lnTo>
                  <a:pt x="13213" y="4234"/>
                </a:lnTo>
                <a:lnTo>
                  <a:pt x="13140" y="3845"/>
                </a:lnTo>
                <a:lnTo>
                  <a:pt x="13042" y="3480"/>
                </a:lnTo>
                <a:lnTo>
                  <a:pt x="12994" y="3236"/>
                </a:lnTo>
                <a:lnTo>
                  <a:pt x="12921" y="2969"/>
                </a:lnTo>
                <a:lnTo>
                  <a:pt x="12823" y="2701"/>
                </a:lnTo>
                <a:lnTo>
                  <a:pt x="12702" y="2482"/>
                </a:lnTo>
                <a:lnTo>
                  <a:pt x="12872" y="2336"/>
                </a:lnTo>
                <a:lnTo>
                  <a:pt x="13067" y="2166"/>
                </a:lnTo>
                <a:close/>
                <a:moveTo>
                  <a:pt x="14648" y="3796"/>
                </a:moveTo>
                <a:lnTo>
                  <a:pt x="14819" y="3869"/>
                </a:lnTo>
                <a:lnTo>
                  <a:pt x="15013" y="3893"/>
                </a:lnTo>
                <a:lnTo>
                  <a:pt x="15232" y="3918"/>
                </a:lnTo>
                <a:lnTo>
                  <a:pt x="16035" y="3918"/>
                </a:lnTo>
                <a:lnTo>
                  <a:pt x="16181" y="3966"/>
                </a:lnTo>
                <a:lnTo>
                  <a:pt x="16230" y="3966"/>
                </a:lnTo>
                <a:lnTo>
                  <a:pt x="16011" y="4185"/>
                </a:lnTo>
                <a:lnTo>
                  <a:pt x="15938" y="4258"/>
                </a:lnTo>
                <a:lnTo>
                  <a:pt x="15816" y="4210"/>
                </a:lnTo>
                <a:lnTo>
                  <a:pt x="15695" y="4161"/>
                </a:lnTo>
                <a:lnTo>
                  <a:pt x="15403" y="4137"/>
                </a:lnTo>
                <a:lnTo>
                  <a:pt x="14916" y="4137"/>
                </a:lnTo>
                <a:lnTo>
                  <a:pt x="14600" y="4112"/>
                </a:lnTo>
                <a:lnTo>
                  <a:pt x="14259" y="4112"/>
                </a:lnTo>
                <a:lnTo>
                  <a:pt x="14648" y="3796"/>
                </a:lnTo>
                <a:close/>
                <a:moveTo>
                  <a:pt x="13943" y="4404"/>
                </a:moveTo>
                <a:lnTo>
                  <a:pt x="14283" y="4453"/>
                </a:lnTo>
                <a:lnTo>
                  <a:pt x="14648" y="4502"/>
                </a:lnTo>
                <a:lnTo>
                  <a:pt x="15354" y="4550"/>
                </a:lnTo>
                <a:lnTo>
                  <a:pt x="15524" y="4575"/>
                </a:lnTo>
                <a:lnTo>
                  <a:pt x="15330" y="4745"/>
                </a:lnTo>
                <a:lnTo>
                  <a:pt x="15184" y="4915"/>
                </a:lnTo>
                <a:lnTo>
                  <a:pt x="14697" y="4818"/>
                </a:lnTo>
                <a:lnTo>
                  <a:pt x="14186" y="4745"/>
                </a:lnTo>
                <a:lnTo>
                  <a:pt x="13699" y="4672"/>
                </a:lnTo>
                <a:lnTo>
                  <a:pt x="13797" y="4550"/>
                </a:lnTo>
                <a:lnTo>
                  <a:pt x="13943" y="4404"/>
                </a:lnTo>
                <a:close/>
                <a:moveTo>
                  <a:pt x="14721" y="0"/>
                </a:moveTo>
                <a:lnTo>
                  <a:pt x="14673" y="24"/>
                </a:lnTo>
                <a:lnTo>
                  <a:pt x="14600" y="49"/>
                </a:lnTo>
                <a:lnTo>
                  <a:pt x="14551" y="97"/>
                </a:lnTo>
                <a:lnTo>
                  <a:pt x="14235" y="389"/>
                </a:lnTo>
                <a:lnTo>
                  <a:pt x="13894" y="681"/>
                </a:lnTo>
                <a:lnTo>
                  <a:pt x="13213" y="1217"/>
                </a:lnTo>
                <a:lnTo>
                  <a:pt x="12921" y="1460"/>
                </a:lnTo>
                <a:lnTo>
                  <a:pt x="12775" y="1606"/>
                </a:lnTo>
                <a:lnTo>
                  <a:pt x="12629" y="1752"/>
                </a:lnTo>
                <a:lnTo>
                  <a:pt x="12507" y="1922"/>
                </a:lnTo>
                <a:lnTo>
                  <a:pt x="12385" y="2093"/>
                </a:lnTo>
                <a:lnTo>
                  <a:pt x="12337" y="2263"/>
                </a:lnTo>
                <a:lnTo>
                  <a:pt x="12312" y="2458"/>
                </a:lnTo>
                <a:lnTo>
                  <a:pt x="12337" y="2506"/>
                </a:lnTo>
                <a:lnTo>
                  <a:pt x="12312" y="2531"/>
                </a:lnTo>
                <a:lnTo>
                  <a:pt x="12337" y="2774"/>
                </a:lnTo>
                <a:lnTo>
                  <a:pt x="12385" y="3017"/>
                </a:lnTo>
                <a:lnTo>
                  <a:pt x="12507" y="3504"/>
                </a:lnTo>
                <a:lnTo>
                  <a:pt x="12531" y="3796"/>
                </a:lnTo>
                <a:lnTo>
                  <a:pt x="12580" y="4137"/>
                </a:lnTo>
                <a:lnTo>
                  <a:pt x="12629" y="4453"/>
                </a:lnTo>
                <a:lnTo>
                  <a:pt x="12677" y="4599"/>
                </a:lnTo>
                <a:lnTo>
                  <a:pt x="12750" y="4745"/>
                </a:lnTo>
                <a:lnTo>
                  <a:pt x="12288" y="5256"/>
                </a:lnTo>
                <a:lnTo>
                  <a:pt x="11972" y="5621"/>
                </a:lnTo>
                <a:lnTo>
                  <a:pt x="11631" y="5961"/>
                </a:lnTo>
                <a:lnTo>
                  <a:pt x="10925" y="6643"/>
                </a:lnTo>
                <a:lnTo>
                  <a:pt x="10220" y="7300"/>
                </a:lnTo>
                <a:lnTo>
                  <a:pt x="9490" y="7981"/>
                </a:lnTo>
                <a:lnTo>
                  <a:pt x="9125" y="8370"/>
                </a:lnTo>
                <a:lnTo>
                  <a:pt x="8760" y="8760"/>
                </a:lnTo>
                <a:lnTo>
                  <a:pt x="8371" y="9149"/>
                </a:lnTo>
                <a:lnTo>
                  <a:pt x="8006" y="9538"/>
                </a:lnTo>
                <a:lnTo>
                  <a:pt x="7884" y="9490"/>
                </a:lnTo>
                <a:lnTo>
                  <a:pt x="7665" y="9490"/>
                </a:lnTo>
                <a:lnTo>
                  <a:pt x="7568" y="9514"/>
                </a:lnTo>
                <a:lnTo>
                  <a:pt x="7422" y="9538"/>
                </a:lnTo>
                <a:lnTo>
                  <a:pt x="7276" y="9587"/>
                </a:lnTo>
                <a:lnTo>
                  <a:pt x="7154" y="9684"/>
                </a:lnTo>
                <a:lnTo>
                  <a:pt x="7057" y="9830"/>
                </a:lnTo>
                <a:lnTo>
                  <a:pt x="6984" y="9976"/>
                </a:lnTo>
                <a:lnTo>
                  <a:pt x="6935" y="10147"/>
                </a:lnTo>
                <a:lnTo>
                  <a:pt x="6959" y="10317"/>
                </a:lnTo>
                <a:lnTo>
                  <a:pt x="7008" y="10487"/>
                </a:lnTo>
                <a:lnTo>
                  <a:pt x="7105" y="10633"/>
                </a:lnTo>
                <a:lnTo>
                  <a:pt x="7251" y="10755"/>
                </a:lnTo>
                <a:lnTo>
                  <a:pt x="7397" y="10828"/>
                </a:lnTo>
                <a:lnTo>
                  <a:pt x="7568" y="10877"/>
                </a:lnTo>
                <a:lnTo>
                  <a:pt x="7738" y="10901"/>
                </a:lnTo>
                <a:lnTo>
                  <a:pt x="7884" y="10877"/>
                </a:lnTo>
                <a:lnTo>
                  <a:pt x="8006" y="10804"/>
                </a:lnTo>
                <a:lnTo>
                  <a:pt x="8127" y="10731"/>
                </a:lnTo>
                <a:lnTo>
                  <a:pt x="8225" y="10633"/>
                </a:lnTo>
                <a:lnTo>
                  <a:pt x="8298" y="10512"/>
                </a:lnTo>
                <a:lnTo>
                  <a:pt x="8346" y="10390"/>
                </a:lnTo>
                <a:lnTo>
                  <a:pt x="8371" y="10244"/>
                </a:lnTo>
                <a:lnTo>
                  <a:pt x="8371" y="10098"/>
                </a:lnTo>
                <a:lnTo>
                  <a:pt x="8371" y="10049"/>
                </a:lnTo>
                <a:lnTo>
                  <a:pt x="8711" y="9733"/>
                </a:lnTo>
                <a:lnTo>
                  <a:pt x="9003" y="9392"/>
                </a:lnTo>
                <a:lnTo>
                  <a:pt x="9295" y="9052"/>
                </a:lnTo>
                <a:lnTo>
                  <a:pt x="9587" y="8760"/>
                </a:lnTo>
                <a:lnTo>
                  <a:pt x="10317" y="8054"/>
                </a:lnTo>
                <a:lnTo>
                  <a:pt x="11047" y="7373"/>
                </a:lnTo>
                <a:lnTo>
                  <a:pt x="11777" y="6691"/>
                </a:lnTo>
                <a:lnTo>
                  <a:pt x="12507" y="5986"/>
                </a:lnTo>
                <a:lnTo>
                  <a:pt x="12896" y="5548"/>
                </a:lnTo>
                <a:lnTo>
                  <a:pt x="13310" y="5086"/>
                </a:lnTo>
                <a:lnTo>
                  <a:pt x="13529" y="5159"/>
                </a:lnTo>
                <a:lnTo>
                  <a:pt x="13748" y="5207"/>
                </a:lnTo>
                <a:lnTo>
                  <a:pt x="14186" y="5280"/>
                </a:lnTo>
                <a:lnTo>
                  <a:pt x="14648" y="5353"/>
                </a:lnTo>
                <a:lnTo>
                  <a:pt x="15086" y="5426"/>
                </a:lnTo>
                <a:lnTo>
                  <a:pt x="15184" y="5426"/>
                </a:lnTo>
                <a:lnTo>
                  <a:pt x="15281" y="5402"/>
                </a:lnTo>
                <a:lnTo>
                  <a:pt x="15354" y="5353"/>
                </a:lnTo>
                <a:lnTo>
                  <a:pt x="15403" y="5280"/>
                </a:lnTo>
                <a:lnTo>
                  <a:pt x="15524" y="5207"/>
                </a:lnTo>
                <a:lnTo>
                  <a:pt x="15670" y="5134"/>
                </a:lnTo>
                <a:lnTo>
                  <a:pt x="15938" y="4940"/>
                </a:lnTo>
                <a:lnTo>
                  <a:pt x="16352" y="4526"/>
                </a:lnTo>
                <a:lnTo>
                  <a:pt x="16692" y="4210"/>
                </a:lnTo>
                <a:lnTo>
                  <a:pt x="17009" y="3869"/>
                </a:lnTo>
                <a:lnTo>
                  <a:pt x="17325" y="3504"/>
                </a:lnTo>
                <a:lnTo>
                  <a:pt x="17617" y="3115"/>
                </a:lnTo>
                <a:lnTo>
                  <a:pt x="17641" y="3066"/>
                </a:lnTo>
                <a:lnTo>
                  <a:pt x="17666" y="3017"/>
                </a:lnTo>
                <a:lnTo>
                  <a:pt x="17641" y="2896"/>
                </a:lnTo>
                <a:lnTo>
                  <a:pt x="17690" y="2774"/>
                </a:lnTo>
                <a:lnTo>
                  <a:pt x="17714" y="2701"/>
                </a:lnTo>
                <a:lnTo>
                  <a:pt x="17690" y="2652"/>
                </a:lnTo>
                <a:lnTo>
                  <a:pt x="17690" y="2579"/>
                </a:lnTo>
                <a:lnTo>
                  <a:pt x="17641" y="2531"/>
                </a:lnTo>
                <a:lnTo>
                  <a:pt x="17593" y="2506"/>
                </a:lnTo>
                <a:lnTo>
                  <a:pt x="17495" y="2482"/>
                </a:lnTo>
                <a:lnTo>
                  <a:pt x="16838" y="2360"/>
                </a:lnTo>
                <a:lnTo>
                  <a:pt x="16473" y="2312"/>
                </a:lnTo>
                <a:lnTo>
                  <a:pt x="16108" y="2287"/>
                </a:lnTo>
                <a:lnTo>
                  <a:pt x="16303" y="2068"/>
                </a:lnTo>
                <a:lnTo>
                  <a:pt x="16522" y="1801"/>
                </a:lnTo>
                <a:lnTo>
                  <a:pt x="16790" y="1582"/>
                </a:lnTo>
                <a:lnTo>
                  <a:pt x="17033" y="1338"/>
                </a:lnTo>
                <a:lnTo>
                  <a:pt x="17276" y="1095"/>
                </a:lnTo>
                <a:lnTo>
                  <a:pt x="17325" y="1022"/>
                </a:lnTo>
                <a:lnTo>
                  <a:pt x="17374" y="949"/>
                </a:lnTo>
                <a:lnTo>
                  <a:pt x="17374" y="876"/>
                </a:lnTo>
                <a:lnTo>
                  <a:pt x="17374" y="803"/>
                </a:lnTo>
                <a:lnTo>
                  <a:pt x="17325" y="681"/>
                </a:lnTo>
                <a:lnTo>
                  <a:pt x="17252" y="560"/>
                </a:lnTo>
                <a:lnTo>
                  <a:pt x="17155" y="487"/>
                </a:lnTo>
                <a:lnTo>
                  <a:pt x="17009" y="438"/>
                </a:lnTo>
                <a:lnTo>
                  <a:pt x="16960" y="462"/>
                </a:lnTo>
                <a:lnTo>
                  <a:pt x="16887" y="462"/>
                </a:lnTo>
                <a:lnTo>
                  <a:pt x="16838" y="511"/>
                </a:lnTo>
                <a:lnTo>
                  <a:pt x="16765" y="560"/>
                </a:lnTo>
                <a:lnTo>
                  <a:pt x="16571" y="803"/>
                </a:lnTo>
                <a:lnTo>
                  <a:pt x="16352" y="1022"/>
                </a:lnTo>
                <a:lnTo>
                  <a:pt x="16133" y="1241"/>
                </a:lnTo>
                <a:lnTo>
                  <a:pt x="15914" y="1460"/>
                </a:lnTo>
                <a:lnTo>
                  <a:pt x="15500" y="1971"/>
                </a:lnTo>
                <a:lnTo>
                  <a:pt x="15427" y="1436"/>
                </a:lnTo>
                <a:lnTo>
                  <a:pt x="15354" y="1095"/>
                </a:lnTo>
                <a:lnTo>
                  <a:pt x="15281" y="779"/>
                </a:lnTo>
                <a:lnTo>
                  <a:pt x="15184" y="462"/>
                </a:lnTo>
                <a:lnTo>
                  <a:pt x="15111" y="292"/>
                </a:lnTo>
                <a:lnTo>
                  <a:pt x="15013" y="146"/>
                </a:lnTo>
                <a:lnTo>
                  <a:pt x="14965" y="97"/>
                </a:lnTo>
                <a:lnTo>
                  <a:pt x="14916" y="49"/>
                </a:lnTo>
                <a:lnTo>
                  <a:pt x="14794" y="24"/>
                </a:lnTo>
                <a:lnTo>
                  <a:pt x="14721" y="0"/>
                </a:lnTo>
                <a:close/>
                <a:moveTo>
                  <a:pt x="7543" y="6691"/>
                </a:moveTo>
                <a:lnTo>
                  <a:pt x="7203" y="6716"/>
                </a:lnTo>
                <a:lnTo>
                  <a:pt x="6886" y="6789"/>
                </a:lnTo>
                <a:lnTo>
                  <a:pt x="6570" y="6862"/>
                </a:lnTo>
                <a:lnTo>
                  <a:pt x="6254" y="6983"/>
                </a:lnTo>
                <a:lnTo>
                  <a:pt x="5962" y="7105"/>
                </a:lnTo>
                <a:lnTo>
                  <a:pt x="5670" y="7275"/>
                </a:lnTo>
                <a:lnTo>
                  <a:pt x="5402" y="7470"/>
                </a:lnTo>
                <a:lnTo>
                  <a:pt x="5159" y="7713"/>
                </a:lnTo>
                <a:lnTo>
                  <a:pt x="4940" y="7957"/>
                </a:lnTo>
                <a:lnTo>
                  <a:pt x="4745" y="8249"/>
                </a:lnTo>
                <a:lnTo>
                  <a:pt x="4599" y="8565"/>
                </a:lnTo>
                <a:lnTo>
                  <a:pt x="4477" y="8857"/>
                </a:lnTo>
                <a:lnTo>
                  <a:pt x="4380" y="9149"/>
                </a:lnTo>
                <a:lnTo>
                  <a:pt x="4307" y="9441"/>
                </a:lnTo>
                <a:lnTo>
                  <a:pt x="4258" y="9733"/>
                </a:lnTo>
                <a:lnTo>
                  <a:pt x="4234" y="10025"/>
                </a:lnTo>
                <a:lnTo>
                  <a:pt x="4234" y="10317"/>
                </a:lnTo>
                <a:lnTo>
                  <a:pt x="4258" y="10609"/>
                </a:lnTo>
                <a:lnTo>
                  <a:pt x="4307" y="10901"/>
                </a:lnTo>
                <a:lnTo>
                  <a:pt x="4356" y="11193"/>
                </a:lnTo>
                <a:lnTo>
                  <a:pt x="4453" y="11461"/>
                </a:lnTo>
                <a:lnTo>
                  <a:pt x="4550" y="11728"/>
                </a:lnTo>
                <a:lnTo>
                  <a:pt x="4696" y="11996"/>
                </a:lnTo>
                <a:lnTo>
                  <a:pt x="4842" y="12239"/>
                </a:lnTo>
                <a:lnTo>
                  <a:pt x="5013" y="12458"/>
                </a:lnTo>
                <a:lnTo>
                  <a:pt x="5207" y="12677"/>
                </a:lnTo>
                <a:lnTo>
                  <a:pt x="5426" y="12872"/>
                </a:lnTo>
                <a:lnTo>
                  <a:pt x="5670" y="13067"/>
                </a:lnTo>
                <a:lnTo>
                  <a:pt x="5913" y="13213"/>
                </a:lnTo>
                <a:lnTo>
                  <a:pt x="6181" y="13334"/>
                </a:lnTo>
                <a:lnTo>
                  <a:pt x="6473" y="13456"/>
                </a:lnTo>
                <a:lnTo>
                  <a:pt x="6740" y="13529"/>
                </a:lnTo>
                <a:lnTo>
                  <a:pt x="7032" y="13602"/>
                </a:lnTo>
                <a:lnTo>
                  <a:pt x="7324" y="13650"/>
                </a:lnTo>
                <a:lnTo>
                  <a:pt x="7933" y="13650"/>
                </a:lnTo>
                <a:lnTo>
                  <a:pt x="8225" y="13626"/>
                </a:lnTo>
                <a:lnTo>
                  <a:pt x="8541" y="13577"/>
                </a:lnTo>
                <a:lnTo>
                  <a:pt x="8833" y="13505"/>
                </a:lnTo>
                <a:lnTo>
                  <a:pt x="9125" y="13407"/>
                </a:lnTo>
                <a:lnTo>
                  <a:pt x="9393" y="13310"/>
                </a:lnTo>
                <a:lnTo>
                  <a:pt x="9660" y="13164"/>
                </a:lnTo>
                <a:lnTo>
                  <a:pt x="9903" y="12994"/>
                </a:lnTo>
                <a:lnTo>
                  <a:pt x="10147" y="12823"/>
                </a:lnTo>
                <a:lnTo>
                  <a:pt x="10390" y="12604"/>
                </a:lnTo>
                <a:lnTo>
                  <a:pt x="10585" y="12361"/>
                </a:lnTo>
                <a:lnTo>
                  <a:pt x="10779" y="12118"/>
                </a:lnTo>
                <a:lnTo>
                  <a:pt x="10925" y="11826"/>
                </a:lnTo>
                <a:lnTo>
                  <a:pt x="11071" y="11558"/>
                </a:lnTo>
                <a:lnTo>
                  <a:pt x="11193" y="11242"/>
                </a:lnTo>
                <a:lnTo>
                  <a:pt x="11266" y="10950"/>
                </a:lnTo>
                <a:lnTo>
                  <a:pt x="11339" y="10633"/>
                </a:lnTo>
                <a:lnTo>
                  <a:pt x="11388" y="10317"/>
                </a:lnTo>
                <a:lnTo>
                  <a:pt x="11388" y="9976"/>
                </a:lnTo>
                <a:lnTo>
                  <a:pt x="11363" y="9660"/>
                </a:lnTo>
                <a:lnTo>
                  <a:pt x="11315" y="9368"/>
                </a:lnTo>
                <a:lnTo>
                  <a:pt x="11242" y="9052"/>
                </a:lnTo>
                <a:lnTo>
                  <a:pt x="11120" y="8760"/>
                </a:lnTo>
                <a:lnTo>
                  <a:pt x="10974" y="8492"/>
                </a:lnTo>
                <a:lnTo>
                  <a:pt x="10147" y="9295"/>
                </a:lnTo>
                <a:lnTo>
                  <a:pt x="9733" y="9733"/>
                </a:lnTo>
                <a:lnTo>
                  <a:pt x="9636" y="9855"/>
                </a:lnTo>
                <a:lnTo>
                  <a:pt x="9636" y="9879"/>
                </a:lnTo>
                <a:lnTo>
                  <a:pt x="9636" y="10244"/>
                </a:lnTo>
                <a:lnTo>
                  <a:pt x="9587" y="10609"/>
                </a:lnTo>
                <a:lnTo>
                  <a:pt x="9539" y="10779"/>
                </a:lnTo>
                <a:lnTo>
                  <a:pt x="9466" y="10950"/>
                </a:lnTo>
                <a:lnTo>
                  <a:pt x="9393" y="11096"/>
                </a:lnTo>
                <a:lnTo>
                  <a:pt x="9295" y="11242"/>
                </a:lnTo>
                <a:lnTo>
                  <a:pt x="9149" y="11363"/>
                </a:lnTo>
                <a:lnTo>
                  <a:pt x="9003" y="11485"/>
                </a:lnTo>
                <a:lnTo>
                  <a:pt x="8882" y="11582"/>
                </a:lnTo>
                <a:lnTo>
                  <a:pt x="8736" y="11655"/>
                </a:lnTo>
                <a:lnTo>
                  <a:pt x="8590" y="11704"/>
                </a:lnTo>
                <a:lnTo>
                  <a:pt x="8444" y="11728"/>
                </a:lnTo>
                <a:lnTo>
                  <a:pt x="8127" y="11777"/>
                </a:lnTo>
                <a:lnTo>
                  <a:pt x="7811" y="11777"/>
                </a:lnTo>
                <a:lnTo>
                  <a:pt x="7470" y="11728"/>
                </a:lnTo>
                <a:lnTo>
                  <a:pt x="7178" y="11631"/>
                </a:lnTo>
                <a:lnTo>
                  <a:pt x="6886" y="11509"/>
                </a:lnTo>
                <a:lnTo>
                  <a:pt x="6643" y="11339"/>
                </a:lnTo>
                <a:lnTo>
                  <a:pt x="6521" y="11217"/>
                </a:lnTo>
                <a:lnTo>
                  <a:pt x="6400" y="11096"/>
                </a:lnTo>
                <a:lnTo>
                  <a:pt x="6327" y="10974"/>
                </a:lnTo>
                <a:lnTo>
                  <a:pt x="6254" y="10852"/>
                </a:lnTo>
                <a:lnTo>
                  <a:pt x="6132" y="10560"/>
                </a:lnTo>
                <a:lnTo>
                  <a:pt x="6059" y="10244"/>
                </a:lnTo>
                <a:lnTo>
                  <a:pt x="6059" y="9928"/>
                </a:lnTo>
                <a:lnTo>
                  <a:pt x="6083" y="9636"/>
                </a:lnTo>
                <a:lnTo>
                  <a:pt x="6181" y="9319"/>
                </a:lnTo>
                <a:lnTo>
                  <a:pt x="6302" y="9052"/>
                </a:lnTo>
                <a:lnTo>
                  <a:pt x="6400" y="8906"/>
                </a:lnTo>
                <a:lnTo>
                  <a:pt x="6497" y="8808"/>
                </a:lnTo>
                <a:lnTo>
                  <a:pt x="6594" y="8687"/>
                </a:lnTo>
                <a:lnTo>
                  <a:pt x="6716" y="8614"/>
                </a:lnTo>
                <a:lnTo>
                  <a:pt x="6984" y="8468"/>
                </a:lnTo>
                <a:lnTo>
                  <a:pt x="7276" y="8370"/>
                </a:lnTo>
                <a:lnTo>
                  <a:pt x="7495" y="8322"/>
                </a:lnTo>
                <a:lnTo>
                  <a:pt x="7689" y="8322"/>
                </a:lnTo>
                <a:lnTo>
                  <a:pt x="8054" y="8370"/>
                </a:lnTo>
                <a:lnTo>
                  <a:pt x="8200" y="8200"/>
                </a:lnTo>
                <a:lnTo>
                  <a:pt x="8565" y="7811"/>
                </a:lnTo>
                <a:lnTo>
                  <a:pt x="8955" y="7421"/>
                </a:lnTo>
                <a:lnTo>
                  <a:pt x="9344" y="7032"/>
                </a:lnTo>
                <a:lnTo>
                  <a:pt x="9295" y="6983"/>
                </a:lnTo>
                <a:lnTo>
                  <a:pt x="9247" y="6959"/>
                </a:lnTo>
                <a:lnTo>
                  <a:pt x="8906" y="6862"/>
                </a:lnTo>
                <a:lnTo>
                  <a:pt x="8565" y="6764"/>
                </a:lnTo>
                <a:lnTo>
                  <a:pt x="8225" y="6716"/>
                </a:lnTo>
                <a:lnTo>
                  <a:pt x="7884" y="6691"/>
                </a:lnTo>
                <a:close/>
                <a:moveTo>
                  <a:pt x="13407" y="15621"/>
                </a:moveTo>
                <a:lnTo>
                  <a:pt x="13505" y="15694"/>
                </a:lnTo>
                <a:lnTo>
                  <a:pt x="13310" y="15865"/>
                </a:lnTo>
                <a:lnTo>
                  <a:pt x="13213" y="15962"/>
                </a:lnTo>
                <a:lnTo>
                  <a:pt x="13115" y="16059"/>
                </a:lnTo>
                <a:lnTo>
                  <a:pt x="12969" y="16278"/>
                </a:lnTo>
                <a:lnTo>
                  <a:pt x="12969" y="16303"/>
                </a:lnTo>
                <a:lnTo>
                  <a:pt x="12969" y="16351"/>
                </a:lnTo>
                <a:lnTo>
                  <a:pt x="12994" y="16400"/>
                </a:lnTo>
                <a:lnTo>
                  <a:pt x="13067" y="16424"/>
                </a:lnTo>
                <a:lnTo>
                  <a:pt x="13115" y="16424"/>
                </a:lnTo>
                <a:lnTo>
                  <a:pt x="13140" y="16400"/>
                </a:lnTo>
                <a:lnTo>
                  <a:pt x="13237" y="16327"/>
                </a:lnTo>
                <a:lnTo>
                  <a:pt x="13334" y="16254"/>
                </a:lnTo>
                <a:lnTo>
                  <a:pt x="13553" y="16132"/>
                </a:lnTo>
                <a:lnTo>
                  <a:pt x="13699" y="16035"/>
                </a:lnTo>
                <a:lnTo>
                  <a:pt x="13845" y="15938"/>
                </a:lnTo>
                <a:lnTo>
                  <a:pt x="13918" y="15986"/>
                </a:lnTo>
                <a:lnTo>
                  <a:pt x="13772" y="16132"/>
                </a:lnTo>
                <a:lnTo>
                  <a:pt x="13651" y="16254"/>
                </a:lnTo>
                <a:lnTo>
                  <a:pt x="13553" y="16351"/>
                </a:lnTo>
                <a:lnTo>
                  <a:pt x="13456" y="16497"/>
                </a:lnTo>
                <a:lnTo>
                  <a:pt x="13407" y="16570"/>
                </a:lnTo>
                <a:lnTo>
                  <a:pt x="13383" y="16643"/>
                </a:lnTo>
                <a:lnTo>
                  <a:pt x="13383" y="16692"/>
                </a:lnTo>
                <a:lnTo>
                  <a:pt x="13432" y="16741"/>
                </a:lnTo>
                <a:lnTo>
                  <a:pt x="13553" y="16741"/>
                </a:lnTo>
                <a:lnTo>
                  <a:pt x="13675" y="16668"/>
                </a:lnTo>
                <a:lnTo>
                  <a:pt x="13870" y="16497"/>
                </a:lnTo>
                <a:lnTo>
                  <a:pt x="14137" y="16278"/>
                </a:lnTo>
                <a:lnTo>
                  <a:pt x="14186" y="16230"/>
                </a:lnTo>
                <a:lnTo>
                  <a:pt x="14283" y="16351"/>
                </a:lnTo>
                <a:lnTo>
                  <a:pt x="13967" y="16643"/>
                </a:lnTo>
                <a:lnTo>
                  <a:pt x="13821" y="16862"/>
                </a:lnTo>
                <a:lnTo>
                  <a:pt x="13675" y="17057"/>
                </a:lnTo>
                <a:lnTo>
                  <a:pt x="13675" y="17106"/>
                </a:lnTo>
                <a:lnTo>
                  <a:pt x="13724" y="17106"/>
                </a:lnTo>
                <a:lnTo>
                  <a:pt x="13967" y="16984"/>
                </a:lnTo>
                <a:lnTo>
                  <a:pt x="14210" y="16887"/>
                </a:lnTo>
                <a:lnTo>
                  <a:pt x="14381" y="16789"/>
                </a:lnTo>
                <a:lnTo>
                  <a:pt x="14527" y="16668"/>
                </a:lnTo>
                <a:lnTo>
                  <a:pt x="14600" y="16765"/>
                </a:lnTo>
                <a:lnTo>
                  <a:pt x="14575" y="16789"/>
                </a:lnTo>
                <a:lnTo>
                  <a:pt x="14259" y="17033"/>
                </a:lnTo>
                <a:lnTo>
                  <a:pt x="14113" y="17154"/>
                </a:lnTo>
                <a:lnTo>
                  <a:pt x="13991" y="17300"/>
                </a:lnTo>
                <a:lnTo>
                  <a:pt x="13991" y="17349"/>
                </a:lnTo>
                <a:lnTo>
                  <a:pt x="14016" y="17349"/>
                </a:lnTo>
                <a:lnTo>
                  <a:pt x="14210" y="17300"/>
                </a:lnTo>
                <a:lnTo>
                  <a:pt x="14356" y="17252"/>
                </a:lnTo>
                <a:lnTo>
                  <a:pt x="14551" y="17154"/>
                </a:lnTo>
                <a:lnTo>
                  <a:pt x="14721" y="17057"/>
                </a:lnTo>
                <a:lnTo>
                  <a:pt x="14746" y="17203"/>
                </a:lnTo>
                <a:lnTo>
                  <a:pt x="14624" y="17252"/>
                </a:lnTo>
                <a:lnTo>
                  <a:pt x="14478" y="17300"/>
                </a:lnTo>
                <a:lnTo>
                  <a:pt x="14332" y="17373"/>
                </a:lnTo>
                <a:lnTo>
                  <a:pt x="14259" y="17422"/>
                </a:lnTo>
                <a:lnTo>
                  <a:pt x="14186" y="17471"/>
                </a:lnTo>
                <a:lnTo>
                  <a:pt x="14137" y="17544"/>
                </a:lnTo>
                <a:lnTo>
                  <a:pt x="14162" y="17641"/>
                </a:lnTo>
                <a:lnTo>
                  <a:pt x="14210" y="17690"/>
                </a:lnTo>
                <a:lnTo>
                  <a:pt x="14283" y="17714"/>
                </a:lnTo>
                <a:lnTo>
                  <a:pt x="14429" y="17714"/>
                </a:lnTo>
                <a:lnTo>
                  <a:pt x="14575" y="17665"/>
                </a:lnTo>
                <a:lnTo>
                  <a:pt x="14697" y="17617"/>
                </a:lnTo>
                <a:lnTo>
                  <a:pt x="14697" y="17641"/>
                </a:lnTo>
                <a:lnTo>
                  <a:pt x="14600" y="17738"/>
                </a:lnTo>
                <a:lnTo>
                  <a:pt x="14502" y="17811"/>
                </a:lnTo>
                <a:lnTo>
                  <a:pt x="14405" y="17860"/>
                </a:lnTo>
                <a:lnTo>
                  <a:pt x="14283" y="17884"/>
                </a:lnTo>
                <a:lnTo>
                  <a:pt x="14162" y="17909"/>
                </a:lnTo>
                <a:lnTo>
                  <a:pt x="14040" y="17884"/>
                </a:lnTo>
                <a:lnTo>
                  <a:pt x="13772" y="17836"/>
                </a:lnTo>
                <a:lnTo>
                  <a:pt x="13529" y="17738"/>
                </a:lnTo>
                <a:lnTo>
                  <a:pt x="13261" y="17592"/>
                </a:lnTo>
                <a:lnTo>
                  <a:pt x="13067" y="17471"/>
                </a:lnTo>
                <a:lnTo>
                  <a:pt x="12896" y="17349"/>
                </a:lnTo>
                <a:lnTo>
                  <a:pt x="12726" y="17179"/>
                </a:lnTo>
                <a:lnTo>
                  <a:pt x="12556" y="16984"/>
                </a:lnTo>
                <a:lnTo>
                  <a:pt x="12337" y="16765"/>
                </a:lnTo>
                <a:lnTo>
                  <a:pt x="12239" y="16692"/>
                </a:lnTo>
                <a:lnTo>
                  <a:pt x="12118" y="16668"/>
                </a:lnTo>
                <a:lnTo>
                  <a:pt x="12458" y="16424"/>
                </a:lnTo>
                <a:lnTo>
                  <a:pt x="12799" y="16181"/>
                </a:lnTo>
                <a:lnTo>
                  <a:pt x="13115" y="15913"/>
                </a:lnTo>
                <a:lnTo>
                  <a:pt x="13407" y="15621"/>
                </a:lnTo>
                <a:close/>
                <a:moveTo>
                  <a:pt x="2287" y="15548"/>
                </a:moveTo>
                <a:lnTo>
                  <a:pt x="2579" y="15840"/>
                </a:lnTo>
                <a:lnTo>
                  <a:pt x="2871" y="16084"/>
                </a:lnTo>
                <a:lnTo>
                  <a:pt x="3188" y="16351"/>
                </a:lnTo>
                <a:lnTo>
                  <a:pt x="3504" y="16570"/>
                </a:lnTo>
                <a:lnTo>
                  <a:pt x="3382" y="16765"/>
                </a:lnTo>
                <a:lnTo>
                  <a:pt x="3358" y="16741"/>
                </a:lnTo>
                <a:lnTo>
                  <a:pt x="3309" y="16668"/>
                </a:lnTo>
                <a:lnTo>
                  <a:pt x="3261" y="16619"/>
                </a:lnTo>
                <a:lnTo>
                  <a:pt x="3115" y="16522"/>
                </a:lnTo>
                <a:lnTo>
                  <a:pt x="2944" y="16449"/>
                </a:lnTo>
                <a:lnTo>
                  <a:pt x="2823" y="16351"/>
                </a:lnTo>
                <a:lnTo>
                  <a:pt x="2774" y="16351"/>
                </a:lnTo>
                <a:lnTo>
                  <a:pt x="2774" y="16376"/>
                </a:lnTo>
                <a:lnTo>
                  <a:pt x="2823" y="16522"/>
                </a:lnTo>
                <a:lnTo>
                  <a:pt x="2944" y="16668"/>
                </a:lnTo>
                <a:lnTo>
                  <a:pt x="2969" y="16692"/>
                </a:lnTo>
                <a:lnTo>
                  <a:pt x="2725" y="16546"/>
                </a:lnTo>
                <a:lnTo>
                  <a:pt x="2604" y="16497"/>
                </a:lnTo>
                <a:lnTo>
                  <a:pt x="2458" y="16473"/>
                </a:lnTo>
                <a:lnTo>
                  <a:pt x="2433" y="16473"/>
                </a:lnTo>
                <a:lnTo>
                  <a:pt x="2433" y="16522"/>
                </a:lnTo>
                <a:lnTo>
                  <a:pt x="2482" y="16619"/>
                </a:lnTo>
                <a:lnTo>
                  <a:pt x="2555" y="16692"/>
                </a:lnTo>
                <a:lnTo>
                  <a:pt x="2725" y="16862"/>
                </a:lnTo>
                <a:lnTo>
                  <a:pt x="2896" y="17008"/>
                </a:lnTo>
                <a:lnTo>
                  <a:pt x="3090" y="17130"/>
                </a:lnTo>
                <a:lnTo>
                  <a:pt x="2920" y="17300"/>
                </a:lnTo>
                <a:lnTo>
                  <a:pt x="2871" y="17276"/>
                </a:lnTo>
                <a:lnTo>
                  <a:pt x="2774" y="17203"/>
                </a:lnTo>
                <a:lnTo>
                  <a:pt x="2701" y="17106"/>
                </a:lnTo>
                <a:lnTo>
                  <a:pt x="2604" y="17008"/>
                </a:lnTo>
                <a:lnTo>
                  <a:pt x="2506" y="16935"/>
                </a:lnTo>
                <a:lnTo>
                  <a:pt x="2385" y="16887"/>
                </a:lnTo>
                <a:lnTo>
                  <a:pt x="2336" y="16862"/>
                </a:lnTo>
                <a:lnTo>
                  <a:pt x="2263" y="16887"/>
                </a:lnTo>
                <a:lnTo>
                  <a:pt x="2239" y="16911"/>
                </a:lnTo>
                <a:lnTo>
                  <a:pt x="2239" y="16960"/>
                </a:lnTo>
                <a:lnTo>
                  <a:pt x="2287" y="17057"/>
                </a:lnTo>
                <a:lnTo>
                  <a:pt x="2336" y="17179"/>
                </a:lnTo>
                <a:lnTo>
                  <a:pt x="2433" y="17300"/>
                </a:lnTo>
                <a:lnTo>
                  <a:pt x="2506" y="17422"/>
                </a:lnTo>
                <a:lnTo>
                  <a:pt x="2652" y="17544"/>
                </a:lnTo>
                <a:lnTo>
                  <a:pt x="2531" y="17617"/>
                </a:lnTo>
                <a:lnTo>
                  <a:pt x="2336" y="17519"/>
                </a:lnTo>
                <a:lnTo>
                  <a:pt x="2166" y="17398"/>
                </a:lnTo>
                <a:lnTo>
                  <a:pt x="2068" y="17325"/>
                </a:lnTo>
                <a:lnTo>
                  <a:pt x="1995" y="17300"/>
                </a:lnTo>
                <a:lnTo>
                  <a:pt x="1898" y="17252"/>
                </a:lnTo>
                <a:lnTo>
                  <a:pt x="1777" y="17227"/>
                </a:lnTo>
                <a:lnTo>
                  <a:pt x="1752" y="17252"/>
                </a:lnTo>
                <a:lnTo>
                  <a:pt x="1728" y="17276"/>
                </a:lnTo>
                <a:lnTo>
                  <a:pt x="1777" y="17398"/>
                </a:lnTo>
                <a:lnTo>
                  <a:pt x="1825" y="17519"/>
                </a:lnTo>
                <a:lnTo>
                  <a:pt x="1898" y="17641"/>
                </a:lnTo>
                <a:lnTo>
                  <a:pt x="1995" y="17738"/>
                </a:lnTo>
                <a:lnTo>
                  <a:pt x="2117" y="17860"/>
                </a:lnTo>
                <a:lnTo>
                  <a:pt x="1874" y="17763"/>
                </a:lnTo>
                <a:lnTo>
                  <a:pt x="1679" y="17665"/>
                </a:lnTo>
                <a:lnTo>
                  <a:pt x="1582" y="17617"/>
                </a:lnTo>
                <a:lnTo>
                  <a:pt x="1485" y="17592"/>
                </a:lnTo>
                <a:lnTo>
                  <a:pt x="1436" y="17592"/>
                </a:lnTo>
                <a:lnTo>
                  <a:pt x="1363" y="17641"/>
                </a:lnTo>
                <a:lnTo>
                  <a:pt x="1339" y="17690"/>
                </a:lnTo>
                <a:lnTo>
                  <a:pt x="1339" y="17738"/>
                </a:lnTo>
                <a:lnTo>
                  <a:pt x="1412" y="17860"/>
                </a:lnTo>
                <a:lnTo>
                  <a:pt x="1509" y="17957"/>
                </a:lnTo>
                <a:lnTo>
                  <a:pt x="1363" y="17909"/>
                </a:lnTo>
                <a:lnTo>
                  <a:pt x="1266" y="17836"/>
                </a:lnTo>
                <a:lnTo>
                  <a:pt x="1168" y="17738"/>
                </a:lnTo>
                <a:lnTo>
                  <a:pt x="1095" y="17592"/>
                </a:lnTo>
                <a:lnTo>
                  <a:pt x="1071" y="17422"/>
                </a:lnTo>
                <a:lnTo>
                  <a:pt x="1095" y="17227"/>
                </a:lnTo>
                <a:lnTo>
                  <a:pt x="1144" y="17057"/>
                </a:lnTo>
                <a:lnTo>
                  <a:pt x="1217" y="16887"/>
                </a:lnTo>
                <a:lnTo>
                  <a:pt x="1436" y="16522"/>
                </a:lnTo>
                <a:lnTo>
                  <a:pt x="1631" y="16254"/>
                </a:lnTo>
                <a:lnTo>
                  <a:pt x="1777" y="16059"/>
                </a:lnTo>
                <a:lnTo>
                  <a:pt x="1947" y="15889"/>
                </a:lnTo>
                <a:lnTo>
                  <a:pt x="2117" y="15719"/>
                </a:lnTo>
                <a:lnTo>
                  <a:pt x="2287" y="15548"/>
                </a:lnTo>
                <a:close/>
                <a:moveTo>
                  <a:pt x="7689" y="2336"/>
                </a:moveTo>
                <a:lnTo>
                  <a:pt x="7203" y="2360"/>
                </a:lnTo>
                <a:lnTo>
                  <a:pt x="6716" y="2409"/>
                </a:lnTo>
                <a:lnTo>
                  <a:pt x="6205" y="2482"/>
                </a:lnTo>
                <a:lnTo>
                  <a:pt x="5718" y="2604"/>
                </a:lnTo>
                <a:lnTo>
                  <a:pt x="5256" y="2725"/>
                </a:lnTo>
                <a:lnTo>
                  <a:pt x="4794" y="2896"/>
                </a:lnTo>
                <a:lnTo>
                  <a:pt x="4404" y="3066"/>
                </a:lnTo>
                <a:lnTo>
                  <a:pt x="4015" y="3261"/>
                </a:lnTo>
                <a:lnTo>
                  <a:pt x="3626" y="3480"/>
                </a:lnTo>
                <a:lnTo>
                  <a:pt x="3261" y="3723"/>
                </a:lnTo>
                <a:lnTo>
                  <a:pt x="2896" y="3966"/>
                </a:lnTo>
                <a:lnTo>
                  <a:pt x="2555" y="4258"/>
                </a:lnTo>
                <a:lnTo>
                  <a:pt x="2214" y="4526"/>
                </a:lnTo>
                <a:lnTo>
                  <a:pt x="1923" y="4842"/>
                </a:lnTo>
                <a:lnTo>
                  <a:pt x="1655" y="5134"/>
                </a:lnTo>
                <a:lnTo>
                  <a:pt x="1412" y="5451"/>
                </a:lnTo>
                <a:lnTo>
                  <a:pt x="1217" y="5791"/>
                </a:lnTo>
                <a:lnTo>
                  <a:pt x="1071" y="6156"/>
                </a:lnTo>
                <a:lnTo>
                  <a:pt x="657" y="7105"/>
                </a:lnTo>
                <a:lnTo>
                  <a:pt x="463" y="7592"/>
                </a:lnTo>
                <a:lnTo>
                  <a:pt x="292" y="8078"/>
                </a:lnTo>
                <a:lnTo>
                  <a:pt x="171" y="8565"/>
                </a:lnTo>
                <a:lnTo>
                  <a:pt x="73" y="9052"/>
                </a:lnTo>
                <a:lnTo>
                  <a:pt x="25" y="9563"/>
                </a:lnTo>
                <a:lnTo>
                  <a:pt x="0" y="10074"/>
                </a:lnTo>
                <a:lnTo>
                  <a:pt x="25" y="10585"/>
                </a:lnTo>
                <a:lnTo>
                  <a:pt x="49" y="11096"/>
                </a:lnTo>
                <a:lnTo>
                  <a:pt x="122" y="11607"/>
                </a:lnTo>
                <a:lnTo>
                  <a:pt x="195" y="12093"/>
                </a:lnTo>
                <a:lnTo>
                  <a:pt x="268" y="12531"/>
                </a:lnTo>
                <a:lnTo>
                  <a:pt x="414" y="12945"/>
                </a:lnTo>
                <a:lnTo>
                  <a:pt x="584" y="13359"/>
                </a:lnTo>
                <a:lnTo>
                  <a:pt x="779" y="13723"/>
                </a:lnTo>
                <a:lnTo>
                  <a:pt x="1022" y="14088"/>
                </a:lnTo>
                <a:lnTo>
                  <a:pt x="1290" y="14453"/>
                </a:lnTo>
                <a:lnTo>
                  <a:pt x="1558" y="14794"/>
                </a:lnTo>
                <a:lnTo>
                  <a:pt x="1850" y="15135"/>
                </a:lnTo>
                <a:lnTo>
                  <a:pt x="1995" y="15281"/>
                </a:lnTo>
                <a:lnTo>
                  <a:pt x="1850" y="15378"/>
                </a:lnTo>
                <a:lnTo>
                  <a:pt x="1704" y="15500"/>
                </a:lnTo>
                <a:lnTo>
                  <a:pt x="1582" y="15621"/>
                </a:lnTo>
                <a:lnTo>
                  <a:pt x="1460" y="15767"/>
                </a:lnTo>
                <a:lnTo>
                  <a:pt x="1217" y="16084"/>
                </a:lnTo>
                <a:lnTo>
                  <a:pt x="1047" y="16351"/>
                </a:lnTo>
                <a:lnTo>
                  <a:pt x="925" y="16546"/>
                </a:lnTo>
                <a:lnTo>
                  <a:pt x="828" y="16741"/>
                </a:lnTo>
                <a:lnTo>
                  <a:pt x="730" y="16960"/>
                </a:lnTo>
                <a:lnTo>
                  <a:pt x="682" y="17179"/>
                </a:lnTo>
                <a:lnTo>
                  <a:pt x="633" y="17398"/>
                </a:lnTo>
                <a:lnTo>
                  <a:pt x="657" y="17617"/>
                </a:lnTo>
                <a:lnTo>
                  <a:pt x="706" y="17836"/>
                </a:lnTo>
                <a:lnTo>
                  <a:pt x="828" y="18055"/>
                </a:lnTo>
                <a:lnTo>
                  <a:pt x="901" y="18152"/>
                </a:lnTo>
                <a:lnTo>
                  <a:pt x="974" y="18225"/>
                </a:lnTo>
                <a:lnTo>
                  <a:pt x="1144" y="18322"/>
                </a:lnTo>
                <a:lnTo>
                  <a:pt x="1339" y="18395"/>
                </a:lnTo>
                <a:lnTo>
                  <a:pt x="1558" y="18420"/>
                </a:lnTo>
                <a:lnTo>
                  <a:pt x="1777" y="18420"/>
                </a:lnTo>
                <a:lnTo>
                  <a:pt x="1995" y="18371"/>
                </a:lnTo>
                <a:lnTo>
                  <a:pt x="2190" y="18322"/>
                </a:lnTo>
                <a:lnTo>
                  <a:pt x="2385" y="18249"/>
                </a:lnTo>
                <a:lnTo>
                  <a:pt x="2604" y="18128"/>
                </a:lnTo>
                <a:lnTo>
                  <a:pt x="2823" y="18006"/>
                </a:lnTo>
                <a:lnTo>
                  <a:pt x="3042" y="17836"/>
                </a:lnTo>
                <a:lnTo>
                  <a:pt x="3236" y="17665"/>
                </a:lnTo>
                <a:lnTo>
                  <a:pt x="3431" y="17471"/>
                </a:lnTo>
                <a:lnTo>
                  <a:pt x="3601" y="17276"/>
                </a:lnTo>
                <a:lnTo>
                  <a:pt x="3893" y="16838"/>
                </a:lnTo>
                <a:lnTo>
                  <a:pt x="4258" y="17081"/>
                </a:lnTo>
                <a:lnTo>
                  <a:pt x="4648" y="17276"/>
                </a:lnTo>
                <a:lnTo>
                  <a:pt x="4867" y="17398"/>
                </a:lnTo>
                <a:lnTo>
                  <a:pt x="5110" y="17495"/>
                </a:lnTo>
                <a:lnTo>
                  <a:pt x="5353" y="17568"/>
                </a:lnTo>
                <a:lnTo>
                  <a:pt x="5597" y="17641"/>
                </a:lnTo>
                <a:lnTo>
                  <a:pt x="6083" y="17738"/>
                </a:lnTo>
                <a:lnTo>
                  <a:pt x="6594" y="17811"/>
                </a:lnTo>
                <a:lnTo>
                  <a:pt x="7057" y="17884"/>
                </a:lnTo>
                <a:lnTo>
                  <a:pt x="7519" y="17909"/>
                </a:lnTo>
                <a:lnTo>
                  <a:pt x="8006" y="17909"/>
                </a:lnTo>
                <a:lnTo>
                  <a:pt x="8492" y="17860"/>
                </a:lnTo>
                <a:lnTo>
                  <a:pt x="8541" y="17884"/>
                </a:lnTo>
                <a:lnTo>
                  <a:pt x="8590" y="17860"/>
                </a:lnTo>
                <a:lnTo>
                  <a:pt x="8736" y="17811"/>
                </a:lnTo>
                <a:lnTo>
                  <a:pt x="8906" y="17787"/>
                </a:lnTo>
                <a:lnTo>
                  <a:pt x="9222" y="17738"/>
                </a:lnTo>
                <a:lnTo>
                  <a:pt x="9514" y="17690"/>
                </a:lnTo>
                <a:lnTo>
                  <a:pt x="9782" y="17592"/>
                </a:lnTo>
                <a:lnTo>
                  <a:pt x="10317" y="17398"/>
                </a:lnTo>
                <a:lnTo>
                  <a:pt x="11120" y="17130"/>
                </a:lnTo>
                <a:lnTo>
                  <a:pt x="11509" y="16984"/>
                </a:lnTo>
                <a:lnTo>
                  <a:pt x="11899" y="16789"/>
                </a:lnTo>
                <a:lnTo>
                  <a:pt x="11899" y="16814"/>
                </a:lnTo>
                <a:lnTo>
                  <a:pt x="11996" y="17033"/>
                </a:lnTo>
                <a:lnTo>
                  <a:pt x="12118" y="17227"/>
                </a:lnTo>
                <a:lnTo>
                  <a:pt x="12288" y="17446"/>
                </a:lnTo>
                <a:lnTo>
                  <a:pt x="12483" y="17641"/>
                </a:lnTo>
                <a:lnTo>
                  <a:pt x="12702" y="17811"/>
                </a:lnTo>
                <a:lnTo>
                  <a:pt x="12921" y="17957"/>
                </a:lnTo>
                <a:lnTo>
                  <a:pt x="13115" y="18079"/>
                </a:lnTo>
                <a:lnTo>
                  <a:pt x="13334" y="18176"/>
                </a:lnTo>
                <a:lnTo>
                  <a:pt x="13529" y="18249"/>
                </a:lnTo>
                <a:lnTo>
                  <a:pt x="13748" y="18298"/>
                </a:lnTo>
                <a:lnTo>
                  <a:pt x="13991" y="18347"/>
                </a:lnTo>
                <a:lnTo>
                  <a:pt x="14259" y="18347"/>
                </a:lnTo>
                <a:lnTo>
                  <a:pt x="14478" y="18322"/>
                </a:lnTo>
                <a:lnTo>
                  <a:pt x="14721" y="18249"/>
                </a:lnTo>
                <a:lnTo>
                  <a:pt x="14819" y="18176"/>
                </a:lnTo>
                <a:lnTo>
                  <a:pt x="14892" y="18103"/>
                </a:lnTo>
                <a:lnTo>
                  <a:pt x="14989" y="18030"/>
                </a:lnTo>
                <a:lnTo>
                  <a:pt x="15038" y="17933"/>
                </a:lnTo>
                <a:lnTo>
                  <a:pt x="15135" y="17763"/>
                </a:lnTo>
                <a:lnTo>
                  <a:pt x="15159" y="17568"/>
                </a:lnTo>
                <a:lnTo>
                  <a:pt x="15184" y="17373"/>
                </a:lnTo>
                <a:lnTo>
                  <a:pt x="15159" y="17203"/>
                </a:lnTo>
                <a:lnTo>
                  <a:pt x="15111" y="17008"/>
                </a:lnTo>
                <a:lnTo>
                  <a:pt x="15062" y="16838"/>
                </a:lnTo>
                <a:lnTo>
                  <a:pt x="14965" y="16643"/>
                </a:lnTo>
                <a:lnTo>
                  <a:pt x="14867" y="16473"/>
                </a:lnTo>
                <a:lnTo>
                  <a:pt x="14600" y="16132"/>
                </a:lnTo>
                <a:lnTo>
                  <a:pt x="14308" y="15792"/>
                </a:lnTo>
                <a:lnTo>
                  <a:pt x="13991" y="15524"/>
                </a:lnTo>
                <a:lnTo>
                  <a:pt x="13675" y="15281"/>
                </a:lnTo>
                <a:lnTo>
                  <a:pt x="13967" y="14916"/>
                </a:lnTo>
                <a:lnTo>
                  <a:pt x="14235" y="14551"/>
                </a:lnTo>
                <a:lnTo>
                  <a:pt x="14478" y="14137"/>
                </a:lnTo>
                <a:lnTo>
                  <a:pt x="14673" y="13748"/>
                </a:lnTo>
                <a:lnTo>
                  <a:pt x="14916" y="13237"/>
                </a:lnTo>
                <a:lnTo>
                  <a:pt x="15111" y="12677"/>
                </a:lnTo>
                <a:lnTo>
                  <a:pt x="15257" y="12118"/>
                </a:lnTo>
                <a:lnTo>
                  <a:pt x="15378" y="11534"/>
                </a:lnTo>
                <a:lnTo>
                  <a:pt x="15476" y="10950"/>
                </a:lnTo>
                <a:lnTo>
                  <a:pt x="15524" y="10366"/>
                </a:lnTo>
                <a:lnTo>
                  <a:pt x="15549" y="9782"/>
                </a:lnTo>
                <a:lnTo>
                  <a:pt x="15549" y="9222"/>
                </a:lnTo>
                <a:lnTo>
                  <a:pt x="15524" y="8979"/>
                </a:lnTo>
                <a:lnTo>
                  <a:pt x="15476" y="8735"/>
                </a:lnTo>
                <a:lnTo>
                  <a:pt x="15354" y="8249"/>
                </a:lnTo>
                <a:lnTo>
                  <a:pt x="15208" y="7786"/>
                </a:lnTo>
                <a:lnTo>
                  <a:pt x="15038" y="7348"/>
                </a:lnTo>
                <a:lnTo>
                  <a:pt x="14867" y="6910"/>
                </a:lnTo>
                <a:lnTo>
                  <a:pt x="14794" y="6691"/>
                </a:lnTo>
                <a:lnTo>
                  <a:pt x="14697" y="6472"/>
                </a:lnTo>
                <a:lnTo>
                  <a:pt x="14575" y="6278"/>
                </a:lnTo>
                <a:lnTo>
                  <a:pt x="14429" y="6107"/>
                </a:lnTo>
                <a:lnTo>
                  <a:pt x="14381" y="6107"/>
                </a:lnTo>
                <a:lnTo>
                  <a:pt x="13991" y="6034"/>
                </a:lnTo>
                <a:lnTo>
                  <a:pt x="13578" y="5961"/>
                </a:lnTo>
                <a:lnTo>
                  <a:pt x="13042" y="6521"/>
                </a:lnTo>
                <a:lnTo>
                  <a:pt x="12458" y="7105"/>
                </a:lnTo>
                <a:lnTo>
                  <a:pt x="12580" y="7202"/>
                </a:lnTo>
                <a:lnTo>
                  <a:pt x="12702" y="7324"/>
                </a:lnTo>
                <a:lnTo>
                  <a:pt x="12799" y="7470"/>
                </a:lnTo>
                <a:lnTo>
                  <a:pt x="12872" y="7616"/>
                </a:lnTo>
                <a:lnTo>
                  <a:pt x="13018" y="7957"/>
                </a:lnTo>
                <a:lnTo>
                  <a:pt x="13140" y="8249"/>
                </a:lnTo>
                <a:lnTo>
                  <a:pt x="13213" y="8468"/>
                </a:lnTo>
                <a:lnTo>
                  <a:pt x="13286" y="8687"/>
                </a:lnTo>
                <a:lnTo>
                  <a:pt x="13383" y="9173"/>
                </a:lnTo>
                <a:lnTo>
                  <a:pt x="13407" y="9684"/>
                </a:lnTo>
                <a:lnTo>
                  <a:pt x="13407" y="10147"/>
                </a:lnTo>
                <a:lnTo>
                  <a:pt x="13383" y="10585"/>
                </a:lnTo>
                <a:lnTo>
                  <a:pt x="13310" y="11023"/>
                </a:lnTo>
                <a:lnTo>
                  <a:pt x="13188" y="11436"/>
                </a:lnTo>
                <a:lnTo>
                  <a:pt x="13042" y="11850"/>
                </a:lnTo>
                <a:lnTo>
                  <a:pt x="12872" y="12264"/>
                </a:lnTo>
                <a:lnTo>
                  <a:pt x="12677" y="12653"/>
                </a:lnTo>
                <a:lnTo>
                  <a:pt x="12458" y="13018"/>
                </a:lnTo>
                <a:lnTo>
                  <a:pt x="12239" y="13383"/>
                </a:lnTo>
                <a:lnTo>
                  <a:pt x="11923" y="13748"/>
                </a:lnTo>
                <a:lnTo>
                  <a:pt x="11582" y="14088"/>
                </a:lnTo>
                <a:lnTo>
                  <a:pt x="11217" y="14380"/>
                </a:lnTo>
                <a:lnTo>
                  <a:pt x="10828" y="14648"/>
                </a:lnTo>
                <a:lnTo>
                  <a:pt x="10414" y="14867"/>
                </a:lnTo>
                <a:lnTo>
                  <a:pt x="9976" y="15062"/>
                </a:lnTo>
                <a:lnTo>
                  <a:pt x="9539" y="15256"/>
                </a:lnTo>
                <a:lnTo>
                  <a:pt x="9101" y="15427"/>
                </a:lnTo>
                <a:lnTo>
                  <a:pt x="8809" y="15524"/>
                </a:lnTo>
                <a:lnTo>
                  <a:pt x="8517" y="15597"/>
                </a:lnTo>
                <a:lnTo>
                  <a:pt x="8225" y="15646"/>
                </a:lnTo>
                <a:lnTo>
                  <a:pt x="7957" y="15670"/>
                </a:lnTo>
                <a:lnTo>
                  <a:pt x="7397" y="15670"/>
                </a:lnTo>
                <a:lnTo>
                  <a:pt x="7130" y="15646"/>
                </a:lnTo>
                <a:lnTo>
                  <a:pt x="6862" y="15597"/>
                </a:lnTo>
                <a:lnTo>
                  <a:pt x="6594" y="15548"/>
                </a:lnTo>
                <a:lnTo>
                  <a:pt x="6327" y="15475"/>
                </a:lnTo>
                <a:lnTo>
                  <a:pt x="5816" y="15281"/>
                </a:lnTo>
                <a:lnTo>
                  <a:pt x="5280" y="15062"/>
                </a:lnTo>
                <a:lnTo>
                  <a:pt x="4769" y="14770"/>
                </a:lnTo>
                <a:lnTo>
                  <a:pt x="4015" y="14307"/>
                </a:lnTo>
                <a:lnTo>
                  <a:pt x="3918" y="14259"/>
                </a:lnTo>
                <a:lnTo>
                  <a:pt x="3820" y="14161"/>
                </a:lnTo>
                <a:lnTo>
                  <a:pt x="3674" y="13991"/>
                </a:lnTo>
                <a:lnTo>
                  <a:pt x="3382" y="13602"/>
                </a:lnTo>
                <a:lnTo>
                  <a:pt x="3066" y="13164"/>
                </a:lnTo>
                <a:lnTo>
                  <a:pt x="2774" y="12726"/>
                </a:lnTo>
                <a:lnTo>
                  <a:pt x="2652" y="12483"/>
                </a:lnTo>
                <a:lnTo>
                  <a:pt x="2555" y="12239"/>
                </a:lnTo>
                <a:lnTo>
                  <a:pt x="2458" y="11972"/>
                </a:lnTo>
                <a:lnTo>
                  <a:pt x="2360" y="11728"/>
                </a:lnTo>
                <a:lnTo>
                  <a:pt x="2263" y="11242"/>
                </a:lnTo>
                <a:lnTo>
                  <a:pt x="2214" y="10731"/>
                </a:lnTo>
                <a:lnTo>
                  <a:pt x="2214" y="10220"/>
                </a:lnTo>
                <a:lnTo>
                  <a:pt x="2239" y="9684"/>
                </a:lnTo>
                <a:lnTo>
                  <a:pt x="2336" y="9149"/>
                </a:lnTo>
                <a:lnTo>
                  <a:pt x="2433" y="8662"/>
                </a:lnTo>
                <a:lnTo>
                  <a:pt x="2604" y="8151"/>
                </a:lnTo>
                <a:lnTo>
                  <a:pt x="2774" y="7713"/>
                </a:lnTo>
                <a:lnTo>
                  <a:pt x="2969" y="7324"/>
                </a:lnTo>
                <a:lnTo>
                  <a:pt x="3188" y="6959"/>
                </a:lnTo>
                <a:lnTo>
                  <a:pt x="3431" y="6618"/>
                </a:lnTo>
                <a:lnTo>
                  <a:pt x="3699" y="6302"/>
                </a:lnTo>
                <a:lnTo>
                  <a:pt x="4015" y="6010"/>
                </a:lnTo>
                <a:lnTo>
                  <a:pt x="4331" y="5742"/>
                </a:lnTo>
                <a:lnTo>
                  <a:pt x="4648" y="5499"/>
                </a:lnTo>
                <a:lnTo>
                  <a:pt x="5013" y="5280"/>
                </a:lnTo>
                <a:lnTo>
                  <a:pt x="5378" y="5086"/>
                </a:lnTo>
                <a:lnTo>
                  <a:pt x="5767" y="4915"/>
                </a:lnTo>
                <a:lnTo>
                  <a:pt x="6156" y="4794"/>
                </a:lnTo>
                <a:lnTo>
                  <a:pt x="6570" y="4672"/>
                </a:lnTo>
                <a:lnTo>
                  <a:pt x="6984" y="4599"/>
                </a:lnTo>
                <a:lnTo>
                  <a:pt x="7397" y="4550"/>
                </a:lnTo>
                <a:lnTo>
                  <a:pt x="7811" y="4526"/>
                </a:lnTo>
                <a:lnTo>
                  <a:pt x="8225" y="4526"/>
                </a:lnTo>
                <a:lnTo>
                  <a:pt x="8614" y="4575"/>
                </a:lnTo>
                <a:lnTo>
                  <a:pt x="8979" y="4623"/>
                </a:lnTo>
                <a:lnTo>
                  <a:pt x="9344" y="4696"/>
                </a:lnTo>
                <a:lnTo>
                  <a:pt x="9685" y="4794"/>
                </a:lnTo>
                <a:lnTo>
                  <a:pt x="10049" y="4940"/>
                </a:lnTo>
                <a:lnTo>
                  <a:pt x="10390" y="5086"/>
                </a:lnTo>
                <a:lnTo>
                  <a:pt x="10706" y="5280"/>
                </a:lnTo>
                <a:lnTo>
                  <a:pt x="10998" y="5499"/>
                </a:lnTo>
                <a:lnTo>
                  <a:pt x="11363" y="5134"/>
                </a:lnTo>
                <a:lnTo>
                  <a:pt x="11704" y="4745"/>
                </a:lnTo>
                <a:lnTo>
                  <a:pt x="11874" y="4575"/>
                </a:lnTo>
                <a:lnTo>
                  <a:pt x="11801" y="4258"/>
                </a:lnTo>
                <a:lnTo>
                  <a:pt x="11777" y="3942"/>
                </a:lnTo>
                <a:lnTo>
                  <a:pt x="11728" y="3650"/>
                </a:lnTo>
                <a:lnTo>
                  <a:pt x="11680" y="3382"/>
                </a:lnTo>
                <a:lnTo>
                  <a:pt x="11169" y="3042"/>
                </a:lnTo>
                <a:lnTo>
                  <a:pt x="10925" y="2871"/>
                </a:lnTo>
                <a:lnTo>
                  <a:pt x="10633" y="2750"/>
                </a:lnTo>
                <a:lnTo>
                  <a:pt x="10147" y="2579"/>
                </a:lnTo>
                <a:lnTo>
                  <a:pt x="9685" y="2458"/>
                </a:lnTo>
                <a:lnTo>
                  <a:pt x="9174" y="2385"/>
                </a:lnTo>
                <a:lnTo>
                  <a:pt x="8687" y="2336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Algunas de nuestras funcionalidades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"/>
          <p:cNvSpPr/>
          <p:nvPr/>
        </p:nvSpPr>
        <p:spPr>
          <a:xfrm>
            <a:off x="839750" y="1316881"/>
            <a:ext cx="1866600" cy="18456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Con Ofidi</a:t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999546" y="1539564"/>
            <a:ext cx="1538100" cy="15213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Accede desde tu celu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3065788" y="2386191"/>
            <a:ext cx="2002800" cy="19806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3241755" y="2560220"/>
            <a:ext cx="1650900" cy="1632900"/>
          </a:xfrm>
          <a:prstGeom prst="ellipse">
            <a:avLst/>
          </a:prstGeom>
          <a:noFill/>
          <a:ln w="2857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Ahorra tiempo</a:t>
            </a:r>
            <a:endParaRPr sz="1800" b="1" i="0" u="none" strike="noStrike" cap="non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5147112" y="624975"/>
            <a:ext cx="2211300" cy="21867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341423" y="817021"/>
            <a:ext cx="1822500" cy="1802400"/>
          </a:xfrm>
          <a:prstGeom prst="ellipse">
            <a:avLst/>
          </a:prstGeom>
          <a:noFill/>
          <a:ln w="76200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Disfruta tu hogar</a:t>
            </a:r>
            <a:endParaRPr sz="1800" b="1" i="0" u="none" strike="noStrike" cap="non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2479899" y="2565564"/>
            <a:ext cx="819000" cy="4953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3" name="Google Shape;373;p16"/>
          <p:cNvCxnSpPr/>
          <p:nvPr/>
        </p:nvCxnSpPr>
        <p:spPr>
          <a:xfrm rot="10800000" flipH="1">
            <a:off x="4746543" y="2197633"/>
            <a:ext cx="717300" cy="709200"/>
          </a:xfrm>
          <a:prstGeom prst="straightConnector1">
            <a:avLst/>
          </a:prstGeom>
          <a:noFill/>
          <a:ln w="2857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4" name="Google Shape;374;p16"/>
          <p:cNvSpPr/>
          <p:nvPr/>
        </p:nvSpPr>
        <p:spPr>
          <a:xfrm>
            <a:off x="6045531" y="2058601"/>
            <a:ext cx="414283" cy="362159"/>
          </a:xfrm>
          <a:custGeom>
            <a:avLst/>
            <a:gdLst/>
            <a:ahLst/>
            <a:cxnLst/>
            <a:rect l="l" t="t" r="r" b="b"/>
            <a:pathLst>
              <a:path w="18956" h="16571" extrusionOk="0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626683" y="2581400"/>
            <a:ext cx="274958" cy="460550"/>
          </a:xfrm>
          <a:custGeom>
            <a:avLst/>
            <a:gdLst/>
            <a:ahLst/>
            <a:cxnLst/>
            <a:rect l="l" t="t" r="r" b="b"/>
            <a:pathLst>
              <a:path w="12581" h="21073" extrusionOk="0">
                <a:moveTo>
                  <a:pt x="6108" y="1217"/>
                </a:moveTo>
                <a:lnTo>
                  <a:pt x="5889" y="1241"/>
                </a:lnTo>
                <a:lnTo>
                  <a:pt x="5694" y="1314"/>
                </a:lnTo>
                <a:lnTo>
                  <a:pt x="5621" y="1339"/>
                </a:lnTo>
                <a:lnTo>
                  <a:pt x="5548" y="1412"/>
                </a:lnTo>
                <a:lnTo>
                  <a:pt x="5500" y="1485"/>
                </a:lnTo>
                <a:lnTo>
                  <a:pt x="5475" y="1558"/>
                </a:lnTo>
                <a:lnTo>
                  <a:pt x="5500" y="1631"/>
                </a:lnTo>
                <a:lnTo>
                  <a:pt x="5548" y="1704"/>
                </a:lnTo>
                <a:lnTo>
                  <a:pt x="5597" y="1752"/>
                </a:lnTo>
                <a:lnTo>
                  <a:pt x="5670" y="1801"/>
                </a:lnTo>
                <a:lnTo>
                  <a:pt x="5816" y="1850"/>
                </a:lnTo>
                <a:lnTo>
                  <a:pt x="5986" y="1874"/>
                </a:lnTo>
                <a:lnTo>
                  <a:pt x="6132" y="1898"/>
                </a:lnTo>
                <a:lnTo>
                  <a:pt x="6497" y="1923"/>
                </a:lnTo>
                <a:lnTo>
                  <a:pt x="6862" y="1923"/>
                </a:lnTo>
                <a:lnTo>
                  <a:pt x="6984" y="1898"/>
                </a:lnTo>
                <a:lnTo>
                  <a:pt x="7057" y="1850"/>
                </a:lnTo>
                <a:lnTo>
                  <a:pt x="7130" y="1777"/>
                </a:lnTo>
                <a:lnTo>
                  <a:pt x="7179" y="1679"/>
                </a:lnTo>
                <a:lnTo>
                  <a:pt x="7179" y="1582"/>
                </a:lnTo>
                <a:lnTo>
                  <a:pt x="7154" y="1485"/>
                </a:lnTo>
                <a:lnTo>
                  <a:pt x="7106" y="1412"/>
                </a:lnTo>
                <a:lnTo>
                  <a:pt x="7033" y="1339"/>
                </a:lnTo>
                <a:lnTo>
                  <a:pt x="6935" y="1290"/>
                </a:lnTo>
                <a:lnTo>
                  <a:pt x="6862" y="1241"/>
                </a:lnTo>
                <a:lnTo>
                  <a:pt x="6668" y="1217"/>
                </a:lnTo>
                <a:close/>
                <a:moveTo>
                  <a:pt x="11948" y="1485"/>
                </a:moveTo>
                <a:lnTo>
                  <a:pt x="12021" y="1850"/>
                </a:lnTo>
                <a:lnTo>
                  <a:pt x="12061" y="2174"/>
                </a:lnTo>
                <a:lnTo>
                  <a:pt x="12045" y="2142"/>
                </a:lnTo>
                <a:lnTo>
                  <a:pt x="12021" y="2093"/>
                </a:lnTo>
                <a:lnTo>
                  <a:pt x="11948" y="2044"/>
                </a:lnTo>
                <a:lnTo>
                  <a:pt x="11875" y="2044"/>
                </a:lnTo>
                <a:lnTo>
                  <a:pt x="11559" y="2190"/>
                </a:lnTo>
                <a:lnTo>
                  <a:pt x="11267" y="2361"/>
                </a:lnTo>
                <a:lnTo>
                  <a:pt x="11048" y="2507"/>
                </a:lnTo>
                <a:lnTo>
                  <a:pt x="10829" y="2653"/>
                </a:lnTo>
                <a:lnTo>
                  <a:pt x="10220" y="2653"/>
                </a:lnTo>
                <a:lnTo>
                  <a:pt x="9612" y="2628"/>
                </a:lnTo>
                <a:lnTo>
                  <a:pt x="9636" y="2628"/>
                </a:lnTo>
                <a:lnTo>
                  <a:pt x="10342" y="2288"/>
                </a:lnTo>
                <a:lnTo>
                  <a:pt x="11072" y="1996"/>
                </a:lnTo>
                <a:lnTo>
                  <a:pt x="11291" y="1898"/>
                </a:lnTo>
                <a:lnTo>
                  <a:pt x="11534" y="1777"/>
                </a:lnTo>
                <a:lnTo>
                  <a:pt x="11753" y="1655"/>
                </a:lnTo>
                <a:lnTo>
                  <a:pt x="11948" y="1485"/>
                </a:lnTo>
                <a:close/>
                <a:moveTo>
                  <a:pt x="12070" y="2239"/>
                </a:moveTo>
                <a:lnTo>
                  <a:pt x="12070" y="2653"/>
                </a:lnTo>
                <a:lnTo>
                  <a:pt x="12070" y="3042"/>
                </a:lnTo>
                <a:lnTo>
                  <a:pt x="11948" y="3042"/>
                </a:lnTo>
                <a:lnTo>
                  <a:pt x="11826" y="3091"/>
                </a:lnTo>
                <a:lnTo>
                  <a:pt x="11583" y="3212"/>
                </a:lnTo>
                <a:lnTo>
                  <a:pt x="11145" y="3456"/>
                </a:lnTo>
                <a:lnTo>
                  <a:pt x="11169" y="2993"/>
                </a:lnTo>
                <a:lnTo>
                  <a:pt x="11194" y="2896"/>
                </a:lnTo>
                <a:lnTo>
                  <a:pt x="11194" y="2774"/>
                </a:lnTo>
                <a:lnTo>
                  <a:pt x="11291" y="2726"/>
                </a:lnTo>
                <a:lnTo>
                  <a:pt x="11656" y="2531"/>
                </a:lnTo>
                <a:lnTo>
                  <a:pt x="11997" y="2336"/>
                </a:lnTo>
                <a:lnTo>
                  <a:pt x="12045" y="2263"/>
                </a:lnTo>
                <a:lnTo>
                  <a:pt x="12070" y="2239"/>
                </a:lnTo>
                <a:close/>
                <a:moveTo>
                  <a:pt x="12045" y="3334"/>
                </a:moveTo>
                <a:lnTo>
                  <a:pt x="11997" y="3918"/>
                </a:lnTo>
                <a:lnTo>
                  <a:pt x="11972" y="4015"/>
                </a:lnTo>
                <a:lnTo>
                  <a:pt x="11705" y="4161"/>
                </a:lnTo>
                <a:lnTo>
                  <a:pt x="11413" y="4307"/>
                </a:lnTo>
                <a:lnTo>
                  <a:pt x="11121" y="4429"/>
                </a:lnTo>
                <a:lnTo>
                  <a:pt x="11145" y="3772"/>
                </a:lnTo>
                <a:lnTo>
                  <a:pt x="11388" y="3675"/>
                </a:lnTo>
                <a:lnTo>
                  <a:pt x="11607" y="3553"/>
                </a:lnTo>
                <a:lnTo>
                  <a:pt x="11826" y="3456"/>
                </a:lnTo>
                <a:lnTo>
                  <a:pt x="11924" y="3407"/>
                </a:lnTo>
                <a:lnTo>
                  <a:pt x="12045" y="3334"/>
                </a:lnTo>
                <a:close/>
                <a:moveTo>
                  <a:pt x="11972" y="4405"/>
                </a:moveTo>
                <a:lnTo>
                  <a:pt x="11948" y="4867"/>
                </a:lnTo>
                <a:lnTo>
                  <a:pt x="11875" y="4891"/>
                </a:lnTo>
                <a:lnTo>
                  <a:pt x="11705" y="5013"/>
                </a:lnTo>
                <a:lnTo>
                  <a:pt x="11510" y="5110"/>
                </a:lnTo>
                <a:lnTo>
                  <a:pt x="11121" y="5281"/>
                </a:lnTo>
                <a:lnTo>
                  <a:pt x="11121" y="4672"/>
                </a:lnTo>
                <a:lnTo>
                  <a:pt x="11315" y="4648"/>
                </a:lnTo>
                <a:lnTo>
                  <a:pt x="11461" y="4599"/>
                </a:lnTo>
                <a:lnTo>
                  <a:pt x="11729" y="4526"/>
                </a:lnTo>
                <a:lnTo>
                  <a:pt x="11972" y="4405"/>
                </a:lnTo>
                <a:close/>
                <a:moveTo>
                  <a:pt x="11948" y="5208"/>
                </a:moveTo>
                <a:lnTo>
                  <a:pt x="11948" y="5646"/>
                </a:lnTo>
                <a:lnTo>
                  <a:pt x="11851" y="5694"/>
                </a:lnTo>
                <a:lnTo>
                  <a:pt x="11753" y="5743"/>
                </a:lnTo>
                <a:lnTo>
                  <a:pt x="11559" y="5865"/>
                </a:lnTo>
                <a:lnTo>
                  <a:pt x="11096" y="6157"/>
                </a:lnTo>
                <a:lnTo>
                  <a:pt x="11096" y="5524"/>
                </a:lnTo>
                <a:lnTo>
                  <a:pt x="11340" y="5475"/>
                </a:lnTo>
                <a:lnTo>
                  <a:pt x="11559" y="5402"/>
                </a:lnTo>
                <a:lnTo>
                  <a:pt x="11753" y="5329"/>
                </a:lnTo>
                <a:lnTo>
                  <a:pt x="11948" y="5208"/>
                </a:lnTo>
                <a:close/>
                <a:moveTo>
                  <a:pt x="11948" y="6059"/>
                </a:moveTo>
                <a:lnTo>
                  <a:pt x="11948" y="6400"/>
                </a:lnTo>
                <a:lnTo>
                  <a:pt x="11948" y="6424"/>
                </a:lnTo>
                <a:lnTo>
                  <a:pt x="11826" y="6473"/>
                </a:lnTo>
                <a:lnTo>
                  <a:pt x="11705" y="6546"/>
                </a:lnTo>
                <a:lnTo>
                  <a:pt x="11461" y="6716"/>
                </a:lnTo>
                <a:lnTo>
                  <a:pt x="11096" y="6911"/>
                </a:lnTo>
                <a:lnTo>
                  <a:pt x="11096" y="6351"/>
                </a:lnTo>
                <a:lnTo>
                  <a:pt x="11364" y="6303"/>
                </a:lnTo>
                <a:lnTo>
                  <a:pt x="11607" y="6205"/>
                </a:lnTo>
                <a:lnTo>
                  <a:pt x="11948" y="6059"/>
                </a:lnTo>
                <a:close/>
                <a:moveTo>
                  <a:pt x="11948" y="6741"/>
                </a:moveTo>
                <a:lnTo>
                  <a:pt x="11924" y="7252"/>
                </a:lnTo>
                <a:lnTo>
                  <a:pt x="11729" y="7398"/>
                </a:lnTo>
                <a:lnTo>
                  <a:pt x="11413" y="7617"/>
                </a:lnTo>
                <a:lnTo>
                  <a:pt x="11242" y="7714"/>
                </a:lnTo>
                <a:lnTo>
                  <a:pt x="11096" y="7836"/>
                </a:lnTo>
                <a:lnTo>
                  <a:pt x="11096" y="7203"/>
                </a:lnTo>
                <a:lnTo>
                  <a:pt x="11218" y="7179"/>
                </a:lnTo>
                <a:lnTo>
                  <a:pt x="11315" y="7130"/>
                </a:lnTo>
                <a:lnTo>
                  <a:pt x="11559" y="7008"/>
                </a:lnTo>
                <a:lnTo>
                  <a:pt x="11753" y="6887"/>
                </a:lnTo>
                <a:lnTo>
                  <a:pt x="11948" y="6741"/>
                </a:lnTo>
                <a:close/>
                <a:moveTo>
                  <a:pt x="11924" y="7738"/>
                </a:moveTo>
                <a:lnTo>
                  <a:pt x="11924" y="8103"/>
                </a:lnTo>
                <a:lnTo>
                  <a:pt x="11851" y="8128"/>
                </a:lnTo>
                <a:lnTo>
                  <a:pt x="11705" y="8201"/>
                </a:lnTo>
                <a:lnTo>
                  <a:pt x="11559" y="8274"/>
                </a:lnTo>
                <a:lnTo>
                  <a:pt x="11291" y="8468"/>
                </a:lnTo>
                <a:lnTo>
                  <a:pt x="11096" y="8639"/>
                </a:lnTo>
                <a:lnTo>
                  <a:pt x="11096" y="8176"/>
                </a:lnTo>
                <a:lnTo>
                  <a:pt x="11291" y="8103"/>
                </a:lnTo>
                <a:lnTo>
                  <a:pt x="11486" y="8006"/>
                </a:lnTo>
                <a:lnTo>
                  <a:pt x="11851" y="7787"/>
                </a:lnTo>
                <a:lnTo>
                  <a:pt x="11924" y="7738"/>
                </a:lnTo>
                <a:close/>
                <a:moveTo>
                  <a:pt x="11924" y="8468"/>
                </a:moveTo>
                <a:lnTo>
                  <a:pt x="11924" y="9101"/>
                </a:lnTo>
                <a:lnTo>
                  <a:pt x="11705" y="9247"/>
                </a:lnTo>
                <a:lnTo>
                  <a:pt x="11486" y="9393"/>
                </a:lnTo>
                <a:lnTo>
                  <a:pt x="11291" y="9539"/>
                </a:lnTo>
                <a:lnTo>
                  <a:pt x="11096" y="9685"/>
                </a:lnTo>
                <a:lnTo>
                  <a:pt x="11096" y="8955"/>
                </a:lnTo>
                <a:lnTo>
                  <a:pt x="11169" y="8931"/>
                </a:lnTo>
                <a:lnTo>
                  <a:pt x="11267" y="8906"/>
                </a:lnTo>
                <a:lnTo>
                  <a:pt x="11413" y="8809"/>
                </a:lnTo>
                <a:lnTo>
                  <a:pt x="11680" y="8663"/>
                </a:lnTo>
                <a:lnTo>
                  <a:pt x="11924" y="8468"/>
                </a:lnTo>
                <a:close/>
                <a:moveTo>
                  <a:pt x="11924" y="9539"/>
                </a:moveTo>
                <a:lnTo>
                  <a:pt x="11924" y="9782"/>
                </a:lnTo>
                <a:lnTo>
                  <a:pt x="11851" y="9806"/>
                </a:lnTo>
                <a:lnTo>
                  <a:pt x="11778" y="9831"/>
                </a:lnTo>
                <a:lnTo>
                  <a:pt x="11632" y="9952"/>
                </a:lnTo>
                <a:lnTo>
                  <a:pt x="11510" y="10074"/>
                </a:lnTo>
                <a:lnTo>
                  <a:pt x="11388" y="10171"/>
                </a:lnTo>
                <a:lnTo>
                  <a:pt x="11242" y="10269"/>
                </a:lnTo>
                <a:lnTo>
                  <a:pt x="11169" y="10342"/>
                </a:lnTo>
                <a:lnTo>
                  <a:pt x="11096" y="10415"/>
                </a:lnTo>
                <a:lnTo>
                  <a:pt x="11096" y="9904"/>
                </a:lnTo>
                <a:lnTo>
                  <a:pt x="11218" y="9879"/>
                </a:lnTo>
                <a:lnTo>
                  <a:pt x="11364" y="9831"/>
                </a:lnTo>
                <a:lnTo>
                  <a:pt x="11607" y="9709"/>
                </a:lnTo>
                <a:lnTo>
                  <a:pt x="11924" y="9539"/>
                </a:lnTo>
                <a:close/>
                <a:moveTo>
                  <a:pt x="11924" y="10220"/>
                </a:moveTo>
                <a:lnTo>
                  <a:pt x="11924" y="10658"/>
                </a:lnTo>
                <a:lnTo>
                  <a:pt x="11753" y="10755"/>
                </a:lnTo>
                <a:lnTo>
                  <a:pt x="11583" y="10853"/>
                </a:lnTo>
                <a:lnTo>
                  <a:pt x="11340" y="10999"/>
                </a:lnTo>
                <a:lnTo>
                  <a:pt x="11096" y="11145"/>
                </a:lnTo>
                <a:lnTo>
                  <a:pt x="11096" y="10536"/>
                </a:lnTo>
                <a:lnTo>
                  <a:pt x="11145" y="10585"/>
                </a:lnTo>
                <a:lnTo>
                  <a:pt x="11340" y="10585"/>
                </a:lnTo>
                <a:lnTo>
                  <a:pt x="11486" y="10512"/>
                </a:lnTo>
                <a:lnTo>
                  <a:pt x="11607" y="10463"/>
                </a:lnTo>
                <a:lnTo>
                  <a:pt x="11753" y="10342"/>
                </a:lnTo>
                <a:lnTo>
                  <a:pt x="11924" y="10220"/>
                </a:lnTo>
                <a:close/>
                <a:moveTo>
                  <a:pt x="11924" y="11047"/>
                </a:moveTo>
                <a:lnTo>
                  <a:pt x="11924" y="11364"/>
                </a:lnTo>
                <a:lnTo>
                  <a:pt x="11778" y="11412"/>
                </a:lnTo>
                <a:lnTo>
                  <a:pt x="11632" y="11485"/>
                </a:lnTo>
                <a:lnTo>
                  <a:pt x="11364" y="11656"/>
                </a:lnTo>
                <a:lnTo>
                  <a:pt x="11096" y="11826"/>
                </a:lnTo>
                <a:lnTo>
                  <a:pt x="11096" y="11461"/>
                </a:lnTo>
                <a:lnTo>
                  <a:pt x="11242" y="11437"/>
                </a:lnTo>
                <a:lnTo>
                  <a:pt x="11364" y="11364"/>
                </a:lnTo>
                <a:lnTo>
                  <a:pt x="11632" y="11218"/>
                </a:lnTo>
                <a:lnTo>
                  <a:pt x="11924" y="11047"/>
                </a:lnTo>
                <a:close/>
                <a:moveTo>
                  <a:pt x="11924" y="11753"/>
                </a:moveTo>
                <a:lnTo>
                  <a:pt x="11924" y="12191"/>
                </a:lnTo>
                <a:lnTo>
                  <a:pt x="11705" y="12288"/>
                </a:lnTo>
                <a:lnTo>
                  <a:pt x="11534" y="12386"/>
                </a:lnTo>
                <a:lnTo>
                  <a:pt x="11315" y="12483"/>
                </a:lnTo>
                <a:lnTo>
                  <a:pt x="11096" y="12605"/>
                </a:lnTo>
                <a:lnTo>
                  <a:pt x="11096" y="12215"/>
                </a:lnTo>
                <a:lnTo>
                  <a:pt x="11267" y="12142"/>
                </a:lnTo>
                <a:lnTo>
                  <a:pt x="11413" y="12045"/>
                </a:lnTo>
                <a:lnTo>
                  <a:pt x="11680" y="11875"/>
                </a:lnTo>
                <a:lnTo>
                  <a:pt x="11924" y="11753"/>
                </a:lnTo>
                <a:close/>
                <a:moveTo>
                  <a:pt x="11924" y="12580"/>
                </a:moveTo>
                <a:lnTo>
                  <a:pt x="11924" y="12848"/>
                </a:lnTo>
                <a:lnTo>
                  <a:pt x="11705" y="13043"/>
                </a:lnTo>
                <a:lnTo>
                  <a:pt x="11388" y="13262"/>
                </a:lnTo>
                <a:lnTo>
                  <a:pt x="11096" y="13481"/>
                </a:lnTo>
                <a:lnTo>
                  <a:pt x="11096" y="12872"/>
                </a:lnTo>
                <a:lnTo>
                  <a:pt x="11242" y="12848"/>
                </a:lnTo>
                <a:lnTo>
                  <a:pt x="11364" y="12824"/>
                </a:lnTo>
                <a:lnTo>
                  <a:pt x="11632" y="12702"/>
                </a:lnTo>
                <a:lnTo>
                  <a:pt x="11924" y="12580"/>
                </a:lnTo>
                <a:close/>
                <a:moveTo>
                  <a:pt x="11948" y="13237"/>
                </a:moveTo>
                <a:lnTo>
                  <a:pt x="11948" y="13821"/>
                </a:lnTo>
                <a:lnTo>
                  <a:pt x="11753" y="13919"/>
                </a:lnTo>
                <a:lnTo>
                  <a:pt x="11559" y="14065"/>
                </a:lnTo>
                <a:lnTo>
                  <a:pt x="11340" y="14211"/>
                </a:lnTo>
                <a:lnTo>
                  <a:pt x="11121" y="14357"/>
                </a:lnTo>
                <a:lnTo>
                  <a:pt x="11121" y="13602"/>
                </a:lnTo>
                <a:lnTo>
                  <a:pt x="11291" y="13529"/>
                </a:lnTo>
                <a:lnTo>
                  <a:pt x="11486" y="13481"/>
                </a:lnTo>
                <a:lnTo>
                  <a:pt x="11656" y="13383"/>
                </a:lnTo>
                <a:lnTo>
                  <a:pt x="11826" y="13310"/>
                </a:lnTo>
                <a:lnTo>
                  <a:pt x="11948" y="13237"/>
                </a:lnTo>
                <a:close/>
                <a:moveTo>
                  <a:pt x="11948" y="14211"/>
                </a:moveTo>
                <a:lnTo>
                  <a:pt x="11948" y="14357"/>
                </a:lnTo>
                <a:lnTo>
                  <a:pt x="11778" y="14454"/>
                </a:lnTo>
                <a:lnTo>
                  <a:pt x="11607" y="14551"/>
                </a:lnTo>
                <a:lnTo>
                  <a:pt x="11364" y="14722"/>
                </a:lnTo>
                <a:lnTo>
                  <a:pt x="11121" y="14916"/>
                </a:lnTo>
                <a:lnTo>
                  <a:pt x="11121" y="14649"/>
                </a:lnTo>
                <a:lnTo>
                  <a:pt x="11242" y="14600"/>
                </a:lnTo>
                <a:lnTo>
                  <a:pt x="11388" y="14551"/>
                </a:lnTo>
                <a:lnTo>
                  <a:pt x="11632" y="14405"/>
                </a:lnTo>
                <a:lnTo>
                  <a:pt x="11948" y="14211"/>
                </a:lnTo>
                <a:close/>
                <a:moveTo>
                  <a:pt x="11972" y="14722"/>
                </a:moveTo>
                <a:lnTo>
                  <a:pt x="11997" y="15379"/>
                </a:lnTo>
                <a:lnTo>
                  <a:pt x="11753" y="15500"/>
                </a:lnTo>
                <a:lnTo>
                  <a:pt x="11534" y="15622"/>
                </a:lnTo>
                <a:lnTo>
                  <a:pt x="11315" y="15768"/>
                </a:lnTo>
                <a:lnTo>
                  <a:pt x="11121" y="15938"/>
                </a:lnTo>
                <a:lnTo>
                  <a:pt x="11121" y="15257"/>
                </a:lnTo>
                <a:lnTo>
                  <a:pt x="11413" y="15062"/>
                </a:lnTo>
                <a:lnTo>
                  <a:pt x="11680" y="14868"/>
                </a:lnTo>
                <a:lnTo>
                  <a:pt x="11972" y="14722"/>
                </a:lnTo>
                <a:close/>
                <a:moveTo>
                  <a:pt x="11997" y="15792"/>
                </a:moveTo>
                <a:lnTo>
                  <a:pt x="11997" y="16060"/>
                </a:lnTo>
                <a:lnTo>
                  <a:pt x="11510" y="16376"/>
                </a:lnTo>
                <a:lnTo>
                  <a:pt x="11315" y="16498"/>
                </a:lnTo>
                <a:lnTo>
                  <a:pt x="11121" y="16644"/>
                </a:lnTo>
                <a:lnTo>
                  <a:pt x="11121" y="16206"/>
                </a:lnTo>
                <a:lnTo>
                  <a:pt x="11413" y="16109"/>
                </a:lnTo>
                <a:lnTo>
                  <a:pt x="11680" y="15963"/>
                </a:lnTo>
                <a:lnTo>
                  <a:pt x="11997" y="15792"/>
                </a:lnTo>
                <a:close/>
                <a:moveTo>
                  <a:pt x="8736" y="3042"/>
                </a:moveTo>
                <a:lnTo>
                  <a:pt x="9782" y="3115"/>
                </a:lnTo>
                <a:lnTo>
                  <a:pt x="10804" y="3115"/>
                </a:lnTo>
                <a:lnTo>
                  <a:pt x="10707" y="4818"/>
                </a:lnTo>
                <a:lnTo>
                  <a:pt x="10634" y="6522"/>
                </a:lnTo>
                <a:lnTo>
                  <a:pt x="10610" y="8225"/>
                </a:lnTo>
                <a:lnTo>
                  <a:pt x="10610" y="9928"/>
                </a:lnTo>
                <a:lnTo>
                  <a:pt x="10658" y="13335"/>
                </a:lnTo>
                <a:lnTo>
                  <a:pt x="10658" y="15038"/>
                </a:lnTo>
                <a:lnTo>
                  <a:pt x="10683" y="16741"/>
                </a:lnTo>
                <a:lnTo>
                  <a:pt x="10245" y="16741"/>
                </a:lnTo>
                <a:lnTo>
                  <a:pt x="9831" y="16717"/>
                </a:lnTo>
                <a:lnTo>
                  <a:pt x="9393" y="16717"/>
                </a:lnTo>
                <a:lnTo>
                  <a:pt x="8979" y="16693"/>
                </a:lnTo>
                <a:lnTo>
                  <a:pt x="7714" y="16717"/>
                </a:lnTo>
                <a:lnTo>
                  <a:pt x="6424" y="16717"/>
                </a:lnTo>
                <a:lnTo>
                  <a:pt x="5232" y="16668"/>
                </a:lnTo>
                <a:lnTo>
                  <a:pt x="4016" y="16644"/>
                </a:lnTo>
                <a:lnTo>
                  <a:pt x="2434" y="16644"/>
                </a:lnTo>
                <a:lnTo>
                  <a:pt x="1899" y="16668"/>
                </a:lnTo>
                <a:lnTo>
                  <a:pt x="1923" y="16620"/>
                </a:lnTo>
                <a:lnTo>
                  <a:pt x="1923" y="16644"/>
                </a:lnTo>
                <a:lnTo>
                  <a:pt x="1947" y="16620"/>
                </a:lnTo>
                <a:lnTo>
                  <a:pt x="1923" y="16571"/>
                </a:lnTo>
                <a:lnTo>
                  <a:pt x="1899" y="16376"/>
                </a:lnTo>
                <a:lnTo>
                  <a:pt x="1899" y="16060"/>
                </a:lnTo>
                <a:lnTo>
                  <a:pt x="1923" y="15744"/>
                </a:lnTo>
                <a:lnTo>
                  <a:pt x="1996" y="14040"/>
                </a:lnTo>
                <a:lnTo>
                  <a:pt x="2020" y="12751"/>
                </a:lnTo>
                <a:lnTo>
                  <a:pt x="2045" y="11485"/>
                </a:lnTo>
                <a:lnTo>
                  <a:pt x="2045" y="8955"/>
                </a:lnTo>
                <a:lnTo>
                  <a:pt x="2045" y="5646"/>
                </a:lnTo>
                <a:lnTo>
                  <a:pt x="1996" y="3918"/>
                </a:lnTo>
                <a:lnTo>
                  <a:pt x="1972" y="3334"/>
                </a:lnTo>
                <a:lnTo>
                  <a:pt x="1947" y="3066"/>
                </a:lnTo>
                <a:lnTo>
                  <a:pt x="2458" y="3139"/>
                </a:lnTo>
                <a:lnTo>
                  <a:pt x="2994" y="3188"/>
                </a:lnTo>
                <a:lnTo>
                  <a:pt x="3505" y="3212"/>
                </a:lnTo>
                <a:lnTo>
                  <a:pt x="4040" y="3212"/>
                </a:lnTo>
                <a:lnTo>
                  <a:pt x="5110" y="3164"/>
                </a:lnTo>
                <a:lnTo>
                  <a:pt x="6157" y="3115"/>
                </a:lnTo>
                <a:lnTo>
                  <a:pt x="7446" y="3066"/>
                </a:lnTo>
                <a:lnTo>
                  <a:pt x="8103" y="3042"/>
                </a:lnTo>
                <a:close/>
                <a:moveTo>
                  <a:pt x="6595" y="18177"/>
                </a:moveTo>
                <a:lnTo>
                  <a:pt x="6716" y="18225"/>
                </a:lnTo>
                <a:lnTo>
                  <a:pt x="6814" y="18323"/>
                </a:lnTo>
                <a:lnTo>
                  <a:pt x="6887" y="18493"/>
                </a:lnTo>
                <a:lnTo>
                  <a:pt x="6911" y="18590"/>
                </a:lnTo>
                <a:lnTo>
                  <a:pt x="6935" y="18712"/>
                </a:lnTo>
                <a:lnTo>
                  <a:pt x="6935" y="18834"/>
                </a:lnTo>
                <a:lnTo>
                  <a:pt x="6911" y="18955"/>
                </a:lnTo>
                <a:lnTo>
                  <a:pt x="6887" y="19053"/>
                </a:lnTo>
                <a:lnTo>
                  <a:pt x="6838" y="19174"/>
                </a:lnTo>
                <a:lnTo>
                  <a:pt x="6765" y="19272"/>
                </a:lnTo>
                <a:lnTo>
                  <a:pt x="6692" y="19345"/>
                </a:lnTo>
                <a:lnTo>
                  <a:pt x="6570" y="19418"/>
                </a:lnTo>
                <a:lnTo>
                  <a:pt x="6424" y="19442"/>
                </a:lnTo>
                <a:lnTo>
                  <a:pt x="6278" y="19442"/>
                </a:lnTo>
                <a:lnTo>
                  <a:pt x="6132" y="19393"/>
                </a:lnTo>
                <a:lnTo>
                  <a:pt x="6011" y="19345"/>
                </a:lnTo>
                <a:lnTo>
                  <a:pt x="5913" y="19247"/>
                </a:lnTo>
                <a:lnTo>
                  <a:pt x="5816" y="19126"/>
                </a:lnTo>
                <a:lnTo>
                  <a:pt x="5792" y="19004"/>
                </a:lnTo>
                <a:lnTo>
                  <a:pt x="5792" y="18858"/>
                </a:lnTo>
                <a:lnTo>
                  <a:pt x="5816" y="18688"/>
                </a:lnTo>
                <a:lnTo>
                  <a:pt x="5865" y="18566"/>
                </a:lnTo>
                <a:lnTo>
                  <a:pt x="5938" y="18420"/>
                </a:lnTo>
                <a:lnTo>
                  <a:pt x="6011" y="18323"/>
                </a:lnTo>
                <a:lnTo>
                  <a:pt x="6108" y="18250"/>
                </a:lnTo>
                <a:lnTo>
                  <a:pt x="6157" y="18274"/>
                </a:lnTo>
                <a:lnTo>
                  <a:pt x="6230" y="18250"/>
                </a:lnTo>
                <a:lnTo>
                  <a:pt x="6351" y="18225"/>
                </a:lnTo>
                <a:lnTo>
                  <a:pt x="6376" y="18225"/>
                </a:lnTo>
                <a:lnTo>
                  <a:pt x="6424" y="18201"/>
                </a:lnTo>
                <a:lnTo>
                  <a:pt x="6473" y="18177"/>
                </a:lnTo>
                <a:close/>
                <a:moveTo>
                  <a:pt x="6497" y="17690"/>
                </a:moveTo>
                <a:lnTo>
                  <a:pt x="6303" y="17714"/>
                </a:lnTo>
                <a:lnTo>
                  <a:pt x="6205" y="17763"/>
                </a:lnTo>
                <a:lnTo>
                  <a:pt x="6132" y="17812"/>
                </a:lnTo>
                <a:lnTo>
                  <a:pt x="6011" y="17836"/>
                </a:lnTo>
                <a:lnTo>
                  <a:pt x="5913" y="17860"/>
                </a:lnTo>
                <a:lnTo>
                  <a:pt x="5816" y="17933"/>
                </a:lnTo>
                <a:lnTo>
                  <a:pt x="5719" y="17982"/>
                </a:lnTo>
                <a:lnTo>
                  <a:pt x="5621" y="18079"/>
                </a:lnTo>
                <a:lnTo>
                  <a:pt x="5548" y="18177"/>
                </a:lnTo>
                <a:lnTo>
                  <a:pt x="5475" y="18274"/>
                </a:lnTo>
                <a:lnTo>
                  <a:pt x="5427" y="18396"/>
                </a:lnTo>
                <a:lnTo>
                  <a:pt x="5354" y="18639"/>
                </a:lnTo>
                <a:lnTo>
                  <a:pt x="5329" y="18882"/>
                </a:lnTo>
                <a:lnTo>
                  <a:pt x="5329" y="19028"/>
                </a:lnTo>
                <a:lnTo>
                  <a:pt x="5354" y="19150"/>
                </a:lnTo>
                <a:lnTo>
                  <a:pt x="5378" y="19272"/>
                </a:lnTo>
                <a:lnTo>
                  <a:pt x="5427" y="19393"/>
                </a:lnTo>
                <a:lnTo>
                  <a:pt x="5500" y="19491"/>
                </a:lnTo>
                <a:lnTo>
                  <a:pt x="5573" y="19588"/>
                </a:lnTo>
                <a:lnTo>
                  <a:pt x="5670" y="19661"/>
                </a:lnTo>
                <a:lnTo>
                  <a:pt x="5767" y="19734"/>
                </a:lnTo>
                <a:lnTo>
                  <a:pt x="5889" y="19807"/>
                </a:lnTo>
                <a:lnTo>
                  <a:pt x="5986" y="19856"/>
                </a:lnTo>
                <a:lnTo>
                  <a:pt x="6108" y="19880"/>
                </a:lnTo>
                <a:lnTo>
                  <a:pt x="6254" y="19904"/>
                </a:lnTo>
                <a:lnTo>
                  <a:pt x="6376" y="19904"/>
                </a:lnTo>
                <a:lnTo>
                  <a:pt x="6497" y="19880"/>
                </a:lnTo>
                <a:lnTo>
                  <a:pt x="6619" y="19856"/>
                </a:lnTo>
                <a:lnTo>
                  <a:pt x="6765" y="19807"/>
                </a:lnTo>
                <a:lnTo>
                  <a:pt x="6935" y="19710"/>
                </a:lnTo>
                <a:lnTo>
                  <a:pt x="7081" y="19564"/>
                </a:lnTo>
                <a:lnTo>
                  <a:pt x="7203" y="19393"/>
                </a:lnTo>
                <a:lnTo>
                  <a:pt x="7276" y="19199"/>
                </a:lnTo>
                <a:lnTo>
                  <a:pt x="7325" y="19004"/>
                </a:lnTo>
                <a:lnTo>
                  <a:pt x="7349" y="18785"/>
                </a:lnTo>
                <a:lnTo>
                  <a:pt x="7349" y="18566"/>
                </a:lnTo>
                <a:lnTo>
                  <a:pt x="7300" y="18371"/>
                </a:lnTo>
                <a:lnTo>
                  <a:pt x="7252" y="18201"/>
                </a:lnTo>
                <a:lnTo>
                  <a:pt x="7154" y="18031"/>
                </a:lnTo>
                <a:lnTo>
                  <a:pt x="7008" y="17885"/>
                </a:lnTo>
                <a:lnTo>
                  <a:pt x="6862" y="17763"/>
                </a:lnTo>
                <a:lnTo>
                  <a:pt x="6692" y="17714"/>
                </a:lnTo>
                <a:lnTo>
                  <a:pt x="6497" y="17690"/>
                </a:lnTo>
                <a:close/>
                <a:moveTo>
                  <a:pt x="2531" y="463"/>
                </a:moveTo>
                <a:lnTo>
                  <a:pt x="3018" y="487"/>
                </a:lnTo>
                <a:lnTo>
                  <a:pt x="3943" y="536"/>
                </a:lnTo>
                <a:lnTo>
                  <a:pt x="4867" y="560"/>
                </a:lnTo>
                <a:lnTo>
                  <a:pt x="7860" y="585"/>
                </a:lnTo>
                <a:lnTo>
                  <a:pt x="9588" y="560"/>
                </a:lnTo>
                <a:lnTo>
                  <a:pt x="9344" y="755"/>
                </a:lnTo>
                <a:lnTo>
                  <a:pt x="9223" y="852"/>
                </a:lnTo>
                <a:lnTo>
                  <a:pt x="9150" y="974"/>
                </a:lnTo>
                <a:lnTo>
                  <a:pt x="9150" y="998"/>
                </a:lnTo>
                <a:lnTo>
                  <a:pt x="9150" y="1023"/>
                </a:lnTo>
                <a:lnTo>
                  <a:pt x="9174" y="1047"/>
                </a:lnTo>
                <a:lnTo>
                  <a:pt x="9223" y="1047"/>
                </a:lnTo>
                <a:lnTo>
                  <a:pt x="9393" y="998"/>
                </a:lnTo>
                <a:lnTo>
                  <a:pt x="9563" y="901"/>
                </a:lnTo>
                <a:lnTo>
                  <a:pt x="9855" y="682"/>
                </a:lnTo>
                <a:lnTo>
                  <a:pt x="10099" y="560"/>
                </a:lnTo>
                <a:lnTo>
                  <a:pt x="10512" y="585"/>
                </a:lnTo>
                <a:lnTo>
                  <a:pt x="10902" y="609"/>
                </a:lnTo>
                <a:lnTo>
                  <a:pt x="10707" y="682"/>
                </a:lnTo>
                <a:lnTo>
                  <a:pt x="10512" y="804"/>
                </a:lnTo>
                <a:lnTo>
                  <a:pt x="10172" y="998"/>
                </a:lnTo>
                <a:lnTo>
                  <a:pt x="9880" y="1168"/>
                </a:lnTo>
                <a:lnTo>
                  <a:pt x="9588" y="1339"/>
                </a:lnTo>
                <a:lnTo>
                  <a:pt x="9344" y="1558"/>
                </a:lnTo>
                <a:lnTo>
                  <a:pt x="9223" y="1679"/>
                </a:lnTo>
                <a:lnTo>
                  <a:pt x="9101" y="1801"/>
                </a:lnTo>
                <a:lnTo>
                  <a:pt x="9101" y="1825"/>
                </a:lnTo>
                <a:lnTo>
                  <a:pt x="9125" y="1850"/>
                </a:lnTo>
                <a:lnTo>
                  <a:pt x="9125" y="1874"/>
                </a:lnTo>
                <a:lnTo>
                  <a:pt x="9150" y="1874"/>
                </a:lnTo>
                <a:lnTo>
                  <a:pt x="9466" y="1777"/>
                </a:lnTo>
                <a:lnTo>
                  <a:pt x="9782" y="1631"/>
                </a:lnTo>
                <a:lnTo>
                  <a:pt x="10366" y="1314"/>
                </a:lnTo>
                <a:lnTo>
                  <a:pt x="10610" y="1217"/>
                </a:lnTo>
                <a:lnTo>
                  <a:pt x="10877" y="1096"/>
                </a:lnTo>
                <a:lnTo>
                  <a:pt x="11121" y="950"/>
                </a:lnTo>
                <a:lnTo>
                  <a:pt x="11242" y="877"/>
                </a:lnTo>
                <a:lnTo>
                  <a:pt x="11315" y="804"/>
                </a:lnTo>
                <a:lnTo>
                  <a:pt x="11340" y="731"/>
                </a:lnTo>
                <a:lnTo>
                  <a:pt x="11486" y="804"/>
                </a:lnTo>
                <a:lnTo>
                  <a:pt x="11607" y="925"/>
                </a:lnTo>
                <a:lnTo>
                  <a:pt x="11729" y="1047"/>
                </a:lnTo>
                <a:lnTo>
                  <a:pt x="11802" y="1193"/>
                </a:lnTo>
                <a:lnTo>
                  <a:pt x="11486" y="1387"/>
                </a:lnTo>
                <a:lnTo>
                  <a:pt x="11169" y="1558"/>
                </a:lnTo>
                <a:lnTo>
                  <a:pt x="10853" y="1704"/>
                </a:lnTo>
                <a:lnTo>
                  <a:pt x="10488" y="1850"/>
                </a:lnTo>
                <a:lnTo>
                  <a:pt x="10220" y="1971"/>
                </a:lnTo>
                <a:lnTo>
                  <a:pt x="9928" y="2093"/>
                </a:lnTo>
                <a:lnTo>
                  <a:pt x="9807" y="2190"/>
                </a:lnTo>
                <a:lnTo>
                  <a:pt x="9709" y="2288"/>
                </a:lnTo>
                <a:lnTo>
                  <a:pt x="9612" y="2385"/>
                </a:lnTo>
                <a:lnTo>
                  <a:pt x="9515" y="2507"/>
                </a:lnTo>
                <a:lnTo>
                  <a:pt x="9515" y="2580"/>
                </a:lnTo>
                <a:lnTo>
                  <a:pt x="9539" y="2628"/>
                </a:lnTo>
                <a:lnTo>
                  <a:pt x="8931" y="2580"/>
                </a:lnTo>
                <a:lnTo>
                  <a:pt x="7641" y="2580"/>
                </a:lnTo>
                <a:lnTo>
                  <a:pt x="6327" y="2653"/>
                </a:lnTo>
                <a:lnTo>
                  <a:pt x="5135" y="2701"/>
                </a:lnTo>
                <a:lnTo>
                  <a:pt x="3967" y="2726"/>
                </a:lnTo>
                <a:lnTo>
                  <a:pt x="3359" y="2726"/>
                </a:lnTo>
                <a:lnTo>
                  <a:pt x="2775" y="2701"/>
                </a:lnTo>
                <a:lnTo>
                  <a:pt x="2166" y="2653"/>
                </a:lnTo>
                <a:lnTo>
                  <a:pt x="1582" y="2604"/>
                </a:lnTo>
                <a:lnTo>
                  <a:pt x="1509" y="2604"/>
                </a:lnTo>
                <a:lnTo>
                  <a:pt x="1436" y="2628"/>
                </a:lnTo>
                <a:lnTo>
                  <a:pt x="1412" y="2701"/>
                </a:lnTo>
                <a:lnTo>
                  <a:pt x="1388" y="2774"/>
                </a:lnTo>
                <a:lnTo>
                  <a:pt x="1388" y="2847"/>
                </a:lnTo>
                <a:lnTo>
                  <a:pt x="1412" y="2896"/>
                </a:lnTo>
                <a:lnTo>
                  <a:pt x="1461" y="2969"/>
                </a:lnTo>
                <a:lnTo>
                  <a:pt x="1534" y="2993"/>
                </a:lnTo>
                <a:lnTo>
                  <a:pt x="1558" y="3212"/>
                </a:lnTo>
                <a:lnTo>
                  <a:pt x="1558" y="3553"/>
                </a:lnTo>
                <a:lnTo>
                  <a:pt x="1534" y="4453"/>
                </a:lnTo>
                <a:lnTo>
                  <a:pt x="1509" y="5402"/>
                </a:lnTo>
                <a:lnTo>
                  <a:pt x="1485" y="6108"/>
                </a:lnTo>
                <a:lnTo>
                  <a:pt x="1461" y="6668"/>
                </a:lnTo>
                <a:lnTo>
                  <a:pt x="1461" y="7227"/>
                </a:lnTo>
                <a:lnTo>
                  <a:pt x="1485" y="8371"/>
                </a:lnTo>
                <a:lnTo>
                  <a:pt x="1509" y="9490"/>
                </a:lnTo>
                <a:lnTo>
                  <a:pt x="1534" y="10634"/>
                </a:lnTo>
                <a:lnTo>
                  <a:pt x="1485" y="13043"/>
                </a:lnTo>
                <a:lnTo>
                  <a:pt x="1461" y="14235"/>
                </a:lnTo>
                <a:lnTo>
                  <a:pt x="1412" y="15427"/>
                </a:lnTo>
                <a:lnTo>
                  <a:pt x="1363" y="16084"/>
                </a:lnTo>
                <a:lnTo>
                  <a:pt x="1339" y="16255"/>
                </a:lnTo>
                <a:lnTo>
                  <a:pt x="1363" y="16425"/>
                </a:lnTo>
                <a:lnTo>
                  <a:pt x="1388" y="16571"/>
                </a:lnTo>
                <a:lnTo>
                  <a:pt x="1436" y="16693"/>
                </a:lnTo>
                <a:lnTo>
                  <a:pt x="1509" y="16766"/>
                </a:lnTo>
                <a:lnTo>
                  <a:pt x="1461" y="16863"/>
                </a:lnTo>
                <a:lnTo>
                  <a:pt x="1436" y="16960"/>
                </a:lnTo>
                <a:lnTo>
                  <a:pt x="1485" y="17058"/>
                </a:lnTo>
                <a:lnTo>
                  <a:pt x="1534" y="17082"/>
                </a:lnTo>
                <a:lnTo>
                  <a:pt x="1582" y="17106"/>
                </a:lnTo>
                <a:lnTo>
                  <a:pt x="1874" y="17131"/>
                </a:lnTo>
                <a:lnTo>
                  <a:pt x="2191" y="17155"/>
                </a:lnTo>
                <a:lnTo>
                  <a:pt x="2799" y="17179"/>
                </a:lnTo>
                <a:lnTo>
                  <a:pt x="4016" y="17131"/>
                </a:lnTo>
                <a:lnTo>
                  <a:pt x="5329" y="17155"/>
                </a:lnTo>
                <a:lnTo>
                  <a:pt x="6619" y="17204"/>
                </a:lnTo>
                <a:lnTo>
                  <a:pt x="7252" y="17228"/>
                </a:lnTo>
                <a:lnTo>
                  <a:pt x="7884" y="17228"/>
                </a:lnTo>
                <a:lnTo>
                  <a:pt x="9150" y="17179"/>
                </a:lnTo>
                <a:lnTo>
                  <a:pt x="9661" y="17179"/>
                </a:lnTo>
                <a:lnTo>
                  <a:pt x="10172" y="17204"/>
                </a:lnTo>
                <a:lnTo>
                  <a:pt x="10683" y="17204"/>
                </a:lnTo>
                <a:lnTo>
                  <a:pt x="10926" y="17179"/>
                </a:lnTo>
                <a:lnTo>
                  <a:pt x="11194" y="17155"/>
                </a:lnTo>
                <a:lnTo>
                  <a:pt x="11242" y="17131"/>
                </a:lnTo>
                <a:lnTo>
                  <a:pt x="11291" y="17082"/>
                </a:lnTo>
                <a:lnTo>
                  <a:pt x="11340" y="17033"/>
                </a:lnTo>
                <a:lnTo>
                  <a:pt x="11364" y="16985"/>
                </a:lnTo>
                <a:lnTo>
                  <a:pt x="11364" y="16887"/>
                </a:lnTo>
                <a:lnTo>
                  <a:pt x="11315" y="16766"/>
                </a:lnTo>
                <a:lnTo>
                  <a:pt x="11632" y="16620"/>
                </a:lnTo>
                <a:lnTo>
                  <a:pt x="11997" y="16449"/>
                </a:lnTo>
                <a:lnTo>
                  <a:pt x="11997" y="16960"/>
                </a:lnTo>
                <a:lnTo>
                  <a:pt x="11997" y="17058"/>
                </a:lnTo>
                <a:lnTo>
                  <a:pt x="11826" y="17106"/>
                </a:lnTo>
                <a:lnTo>
                  <a:pt x="11656" y="17155"/>
                </a:lnTo>
                <a:lnTo>
                  <a:pt x="11315" y="17301"/>
                </a:lnTo>
                <a:lnTo>
                  <a:pt x="11121" y="17398"/>
                </a:lnTo>
                <a:lnTo>
                  <a:pt x="10926" y="17495"/>
                </a:lnTo>
                <a:lnTo>
                  <a:pt x="10731" y="17617"/>
                </a:lnTo>
                <a:lnTo>
                  <a:pt x="10585" y="17763"/>
                </a:lnTo>
                <a:lnTo>
                  <a:pt x="10585" y="17787"/>
                </a:lnTo>
                <a:lnTo>
                  <a:pt x="10610" y="17812"/>
                </a:lnTo>
                <a:lnTo>
                  <a:pt x="10683" y="17836"/>
                </a:lnTo>
                <a:lnTo>
                  <a:pt x="10780" y="17836"/>
                </a:lnTo>
                <a:lnTo>
                  <a:pt x="10950" y="17787"/>
                </a:lnTo>
                <a:lnTo>
                  <a:pt x="11267" y="17666"/>
                </a:lnTo>
                <a:lnTo>
                  <a:pt x="11632" y="17520"/>
                </a:lnTo>
                <a:lnTo>
                  <a:pt x="11997" y="17422"/>
                </a:lnTo>
                <a:lnTo>
                  <a:pt x="11997" y="17739"/>
                </a:lnTo>
                <a:lnTo>
                  <a:pt x="11875" y="17763"/>
                </a:lnTo>
                <a:lnTo>
                  <a:pt x="11778" y="17836"/>
                </a:lnTo>
                <a:lnTo>
                  <a:pt x="11559" y="17958"/>
                </a:lnTo>
                <a:lnTo>
                  <a:pt x="11340" y="18055"/>
                </a:lnTo>
                <a:lnTo>
                  <a:pt x="11145" y="18201"/>
                </a:lnTo>
                <a:lnTo>
                  <a:pt x="10926" y="18323"/>
                </a:lnTo>
                <a:lnTo>
                  <a:pt x="10731" y="18420"/>
                </a:lnTo>
                <a:lnTo>
                  <a:pt x="10707" y="18444"/>
                </a:lnTo>
                <a:lnTo>
                  <a:pt x="10707" y="18493"/>
                </a:lnTo>
                <a:lnTo>
                  <a:pt x="10731" y="18517"/>
                </a:lnTo>
                <a:lnTo>
                  <a:pt x="10975" y="18517"/>
                </a:lnTo>
                <a:lnTo>
                  <a:pt x="11194" y="18493"/>
                </a:lnTo>
                <a:lnTo>
                  <a:pt x="11413" y="18444"/>
                </a:lnTo>
                <a:lnTo>
                  <a:pt x="11632" y="18371"/>
                </a:lnTo>
                <a:lnTo>
                  <a:pt x="11802" y="18298"/>
                </a:lnTo>
                <a:lnTo>
                  <a:pt x="11997" y="18225"/>
                </a:lnTo>
                <a:lnTo>
                  <a:pt x="11997" y="18590"/>
                </a:lnTo>
                <a:lnTo>
                  <a:pt x="11778" y="18663"/>
                </a:lnTo>
                <a:lnTo>
                  <a:pt x="11534" y="18736"/>
                </a:lnTo>
                <a:lnTo>
                  <a:pt x="10999" y="18907"/>
                </a:lnTo>
                <a:lnTo>
                  <a:pt x="10731" y="19004"/>
                </a:lnTo>
                <a:lnTo>
                  <a:pt x="10488" y="19150"/>
                </a:lnTo>
                <a:lnTo>
                  <a:pt x="10464" y="19174"/>
                </a:lnTo>
                <a:lnTo>
                  <a:pt x="10464" y="19199"/>
                </a:lnTo>
                <a:lnTo>
                  <a:pt x="10464" y="19247"/>
                </a:lnTo>
                <a:lnTo>
                  <a:pt x="10488" y="19247"/>
                </a:lnTo>
                <a:lnTo>
                  <a:pt x="10634" y="19272"/>
                </a:lnTo>
                <a:lnTo>
                  <a:pt x="10756" y="19272"/>
                </a:lnTo>
                <a:lnTo>
                  <a:pt x="11023" y="19247"/>
                </a:lnTo>
                <a:lnTo>
                  <a:pt x="11267" y="19199"/>
                </a:lnTo>
                <a:lnTo>
                  <a:pt x="11510" y="19126"/>
                </a:lnTo>
                <a:lnTo>
                  <a:pt x="11753" y="19077"/>
                </a:lnTo>
                <a:lnTo>
                  <a:pt x="12021" y="19028"/>
                </a:lnTo>
                <a:lnTo>
                  <a:pt x="12021" y="19223"/>
                </a:lnTo>
                <a:lnTo>
                  <a:pt x="11364" y="19515"/>
                </a:lnTo>
                <a:lnTo>
                  <a:pt x="11048" y="19685"/>
                </a:lnTo>
                <a:lnTo>
                  <a:pt x="10902" y="19783"/>
                </a:lnTo>
                <a:lnTo>
                  <a:pt x="10780" y="19904"/>
                </a:lnTo>
                <a:lnTo>
                  <a:pt x="10756" y="19929"/>
                </a:lnTo>
                <a:lnTo>
                  <a:pt x="10756" y="19953"/>
                </a:lnTo>
                <a:lnTo>
                  <a:pt x="10780" y="19977"/>
                </a:lnTo>
                <a:lnTo>
                  <a:pt x="10804" y="19977"/>
                </a:lnTo>
                <a:lnTo>
                  <a:pt x="11121" y="19953"/>
                </a:lnTo>
                <a:lnTo>
                  <a:pt x="11413" y="19880"/>
                </a:lnTo>
                <a:lnTo>
                  <a:pt x="11729" y="19758"/>
                </a:lnTo>
                <a:lnTo>
                  <a:pt x="12021" y="19637"/>
                </a:lnTo>
                <a:lnTo>
                  <a:pt x="12021" y="19856"/>
                </a:lnTo>
                <a:lnTo>
                  <a:pt x="11972" y="19977"/>
                </a:lnTo>
                <a:lnTo>
                  <a:pt x="11899" y="20099"/>
                </a:lnTo>
                <a:lnTo>
                  <a:pt x="11753" y="20099"/>
                </a:lnTo>
                <a:lnTo>
                  <a:pt x="11607" y="20123"/>
                </a:lnTo>
                <a:lnTo>
                  <a:pt x="11315" y="20221"/>
                </a:lnTo>
                <a:lnTo>
                  <a:pt x="10926" y="20342"/>
                </a:lnTo>
                <a:lnTo>
                  <a:pt x="10731" y="20415"/>
                </a:lnTo>
                <a:lnTo>
                  <a:pt x="10537" y="20537"/>
                </a:lnTo>
                <a:lnTo>
                  <a:pt x="10512" y="20561"/>
                </a:lnTo>
                <a:lnTo>
                  <a:pt x="9928" y="20537"/>
                </a:lnTo>
                <a:lnTo>
                  <a:pt x="9344" y="20513"/>
                </a:lnTo>
                <a:lnTo>
                  <a:pt x="8541" y="20513"/>
                </a:lnTo>
                <a:lnTo>
                  <a:pt x="7738" y="20537"/>
                </a:lnTo>
                <a:lnTo>
                  <a:pt x="6084" y="20561"/>
                </a:lnTo>
                <a:lnTo>
                  <a:pt x="4429" y="20561"/>
                </a:lnTo>
                <a:lnTo>
                  <a:pt x="2848" y="20513"/>
                </a:lnTo>
                <a:lnTo>
                  <a:pt x="1753" y="20513"/>
                </a:lnTo>
                <a:lnTo>
                  <a:pt x="1631" y="20464"/>
                </a:lnTo>
                <a:lnTo>
                  <a:pt x="1339" y="20342"/>
                </a:lnTo>
                <a:lnTo>
                  <a:pt x="1193" y="20269"/>
                </a:lnTo>
                <a:lnTo>
                  <a:pt x="1023" y="20172"/>
                </a:lnTo>
                <a:lnTo>
                  <a:pt x="901" y="20050"/>
                </a:lnTo>
                <a:lnTo>
                  <a:pt x="779" y="19929"/>
                </a:lnTo>
                <a:lnTo>
                  <a:pt x="731" y="19807"/>
                </a:lnTo>
                <a:lnTo>
                  <a:pt x="682" y="19661"/>
                </a:lnTo>
                <a:lnTo>
                  <a:pt x="609" y="19393"/>
                </a:lnTo>
                <a:lnTo>
                  <a:pt x="585" y="19101"/>
                </a:lnTo>
                <a:lnTo>
                  <a:pt x="560" y="18834"/>
                </a:lnTo>
                <a:lnTo>
                  <a:pt x="536" y="17131"/>
                </a:lnTo>
                <a:lnTo>
                  <a:pt x="560" y="15427"/>
                </a:lnTo>
                <a:lnTo>
                  <a:pt x="536" y="13091"/>
                </a:lnTo>
                <a:lnTo>
                  <a:pt x="487" y="9247"/>
                </a:lnTo>
                <a:lnTo>
                  <a:pt x="463" y="5402"/>
                </a:lnTo>
                <a:lnTo>
                  <a:pt x="463" y="3967"/>
                </a:lnTo>
                <a:lnTo>
                  <a:pt x="487" y="3139"/>
                </a:lnTo>
                <a:lnTo>
                  <a:pt x="536" y="2653"/>
                </a:lnTo>
                <a:lnTo>
                  <a:pt x="585" y="2142"/>
                </a:lnTo>
                <a:lnTo>
                  <a:pt x="682" y="1655"/>
                </a:lnTo>
                <a:lnTo>
                  <a:pt x="828" y="1168"/>
                </a:lnTo>
                <a:lnTo>
                  <a:pt x="901" y="1023"/>
                </a:lnTo>
                <a:lnTo>
                  <a:pt x="1023" y="852"/>
                </a:lnTo>
                <a:lnTo>
                  <a:pt x="1217" y="731"/>
                </a:lnTo>
                <a:lnTo>
                  <a:pt x="1461" y="609"/>
                </a:lnTo>
                <a:lnTo>
                  <a:pt x="1753" y="536"/>
                </a:lnTo>
                <a:lnTo>
                  <a:pt x="2118" y="487"/>
                </a:lnTo>
                <a:lnTo>
                  <a:pt x="2531" y="463"/>
                </a:lnTo>
                <a:close/>
                <a:moveTo>
                  <a:pt x="2507" y="1"/>
                </a:moveTo>
                <a:lnTo>
                  <a:pt x="2045" y="25"/>
                </a:lnTo>
                <a:lnTo>
                  <a:pt x="1655" y="98"/>
                </a:lnTo>
                <a:lnTo>
                  <a:pt x="1315" y="171"/>
                </a:lnTo>
                <a:lnTo>
                  <a:pt x="1023" y="317"/>
                </a:lnTo>
                <a:lnTo>
                  <a:pt x="804" y="463"/>
                </a:lnTo>
                <a:lnTo>
                  <a:pt x="609" y="633"/>
                </a:lnTo>
                <a:lnTo>
                  <a:pt x="463" y="828"/>
                </a:lnTo>
                <a:lnTo>
                  <a:pt x="366" y="1023"/>
                </a:lnTo>
                <a:lnTo>
                  <a:pt x="293" y="1241"/>
                </a:lnTo>
                <a:lnTo>
                  <a:pt x="220" y="1436"/>
                </a:lnTo>
                <a:lnTo>
                  <a:pt x="195" y="1655"/>
                </a:lnTo>
                <a:lnTo>
                  <a:pt x="147" y="2020"/>
                </a:lnTo>
                <a:lnTo>
                  <a:pt x="122" y="2312"/>
                </a:lnTo>
                <a:lnTo>
                  <a:pt x="74" y="2823"/>
                </a:lnTo>
                <a:lnTo>
                  <a:pt x="25" y="3334"/>
                </a:lnTo>
                <a:lnTo>
                  <a:pt x="1" y="4356"/>
                </a:lnTo>
                <a:lnTo>
                  <a:pt x="25" y="5354"/>
                </a:lnTo>
                <a:lnTo>
                  <a:pt x="49" y="6376"/>
                </a:lnTo>
                <a:lnTo>
                  <a:pt x="49" y="7544"/>
                </a:lnTo>
                <a:lnTo>
                  <a:pt x="49" y="8736"/>
                </a:lnTo>
                <a:lnTo>
                  <a:pt x="1" y="11072"/>
                </a:lnTo>
                <a:lnTo>
                  <a:pt x="25" y="12264"/>
                </a:lnTo>
                <a:lnTo>
                  <a:pt x="49" y="13432"/>
                </a:lnTo>
                <a:lnTo>
                  <a:pt x="98" y="14624"/>
                </a:lnTo>
                <a:lnTo>
                  <a:pt x="98" y="15817"/>
                </a:lnTo>
                <a:lnTo>
                  <a:pt x="98" y="16693"/>
                </a:lnTo>
                <a:lnTo>
                  <a:pt x="98" y="17568"/>
                </a:lnTo>
                <a:lnTo>
                  <a:pt x="122" y="18444"/>
                </a:lnTo>
                <a:lnTo>
                  <a:pt x="171" y="19345"/>
                </a:lnTo>
                <a:lnTo>
                  <a:pt x="195" y="19612"/>
                </a:lnTo>
                <a:lnTo>
                  <a:pt x="244" y="19880"/>
                </a:lnTo>
                <a:lnTo>
                  <a:pt x="341" y="20123"/>
                </a:lnTo>
                <a:lnTo>
                  <a:pt x="463" y="20367"/>
                </a:lnTo>
                <a:lnTo>
                  <a:pt x="633" y="20561"/>
                </a:lnTo>
                <a:lnTo>
                  <a:pt x="804" y="20732"/>
                </a:lnTo>
                <a:lnTo>
                  <a:pt x="925" y="20805"/>
                </a:lnTo>
                <a:lnTo>
                  <a:pt x="1047" y="20853"/>
                </a:lnTo>
                <a:lnTo>
                  <a:pt x="1169" y="20902"/>
                </a:lnTo>
                <a:lnTo>
                  <a:pt x="1315" y="20926"/>
                </a:lnTo>
                <a:lnTo>
                  <a:pt x="2994" y="20951"/>
                </a:lnTo>
                <a:lnTo>
                  <a:pt x="4186" y="20975"/>
                </a:lnTo>
                <a:lnTo>
                  <a:pt x="4964" y="20999"/>
                </a:lnTo>
                <a:lnTo>
                  <a:pt x="5938" y="21024"/>
                </a:lnTo>
                <a:lnTo>
                  <a:pt x="6911" y="21024"/>
                </a:lnTo>
                <a:lnTo>
                  <a:pt x="8833" y="20999"/>
                </a:lnTo>
                <a:lnTo>
                  <a:pt x="9198" y="20999"/>
                </a:lnTo>
                <a:lnTo>
                  <a:pt x="9588" y="21024"/>
                </a:lnTo>
                <a:lnTo>
                  <a:pt x="10366" y="21072"/>
                </a:lnTo>
                <a:lnTo>
                  <a:pt x="10756" y="21072"/>
                </a:lnTo>
                <a:lnTo>
                  <a:pt x="11145" y="21048"/>
                </a:lnTo>
                <a:lnTo>
                  <a:pt x="11315" y="20999"/>
                </a:lnTo>
                <a:lnTo>
                  <a:pt x="11510" y="20951"/>
                </a:lnTo>
                <a:lnTo>
                  <a:pt x="11680" y="20902"/>
                </a:lnTo>
                <a:lnTo>
                  <a:pt x="11851" y="20805"/>
                </a:lnTo>
                <a:lnTo>
                  <a:pt x="12021" y="20683"/>
                </a:lnTo>
                <a:lnTo>
                  <a:pt x="12167" y="20513"/>
                </a:lnTo>
                <a:lnTo>
                  <a:pt x="12264" y="20318"/>
                </a:lnTo>
                <a:lnTo>
                  <a:pt x="12362" y="20075"/>
                </a:lnTo>
                <a:lnTo>
                  <a:pt x="12435" y="19807"/>
                </a:lnTo>
                <a:lnTo>
                  <a:pt x="12483" y="19515"/>
                </a:lnTo>
                <a:lnTo>
                  <a:pt x="12532" y="19223"/>
                </a:lnTo>
                <a:lnTo>
                  <a:pt x="12556" y="18907"/>
                </a:lnTo>
                <a:lnTo>
                  <a:pt x="12580" y="18298"/>
                </a:lnTo>
                <a:lnTo>
                  <a:pt x="12580" y="17739"/>
                </a:lnTo>
                <a:lnTo>
                  <a:pt x="12556" y="16960"/>
                </a:lnTo>
                <a:lnTo>
                  <a:pt x="12532" y="15573"/>
                </a:lnTo>
                <a:lnTo>
                  <a:pt x="12508" y="14186"/>
                </a:lnTo>
                <a:lnTo>
                  <a:pt x="12483" y="13286"/>
                </a:lnTo>
                <a:lnTo>
                  <a:pt x="12459" y="12118"/>
                </a:lnTo>
                <a:lnTo>
                  <a:pt x="12459" y="9441"/>
                </a:lnTo>
                <a:lnTo>
                  <a:pt x="12459" y="6960"/>
                </a:lnTo>
                <a:lnTo>
                  <a:pt x="12435" y="5500"/>
                </a:lnTo>
                <a:lnTo>
                  <a:pt x="12435" y="4794"/>
                </a:lnTo>
                <a:lnTo>
                  <a:pt x="12483" y="4113"/>
                </a:lnTo>
                <a:lnTo>
                  <a:pt x="12532" y="3431"/>
                </a:lnTo>
                <a:lnTo>
                  <a:pt x="12556" y="2726"/>
                </a:lnTo>
                <a:lnTo>
                  <a:pt x="12556" y="2336"/>
                </a:lnTo>
                <a:lnTo>
                  <a:pt x="12532" y="1898"/>
                </a:lnTo>
                <a:lnTo>
                  <a:pt x="12435" y="1509"/>
                </a:lnTo>
                <a:lnTo>
                  <a:pt x="12386" y="1314"/>
                </a:lnTo>
                <a:lnTo>
                  <a:pt x="12313" y="1120"/>
                </a:lnTo>
                <a:lnTo>
                  <a:pt x="12240" y="950"/>
                </a:lnTo>
                <a:lnTo>
                  <a:pt x="12143" y="779"/>
                </a:lnTo>
                <a:lnTo>
                  <a:pt x="12021" y="633"/>
                </a:lnTo>
                <a:lnTo>
                  <a:pt x="11899" y="512"/>
                </a:lnTo>
                <a:lnTo>
                  <a:pt x="11729" y="414"/>
                </a:lnTo>
                <a:lnTo>
                  <a:pt x="11559" y="317"/>
                </a:lnTo>
                <a:lnTo>
                  <a:pt x="11364" y="268"/>
                </a:lnTo>
                <a:lnTo>
                  <a:pt x="11145" y="220"/>
                </a:lnTo>
                <a:lnTo>
                  <a:pt x="11096" y="171"/>
                </a:lnTo>
                <a:lnTo>
                  <a:pt x="10999" y="147"/>
                </a:lnTo>
                <a:lnTo>
                  <a:pt x="10634" y="122"/>
                </a:lnTo>
                <a:lnTo>
                  <a:pt x="10269" y="98"/>
                </a:lnTo>
                <a:lnTo>
                  <a:pt x="9515" y="98"/>
                </a:lnTo>
                <a:lnTo>
                  <a:pt x="8030" y="122"/>
                </a:lnTo>
                <a:lnTo>
                  <a:pt x="4867" y="98"/>
                </a:lnTo>
                <a:lnTo>
                  <a:pt x="3943" y="74"/>
                </a:lnTo>
                <a:lnTo>
                  <a:pt x="3018" y="25"/>
                </a:lnTo>
                <a:lnTo>
                  <a:pt x="2507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3858188" y="3724281"/>
            <a:ext cx="417999" cy="330797"/>
          </a:xfrm>
          <a:custGeom>
            <a:avLst/>
            <a:gdLst/>
            <a:ahLst/>
            <a:cxnLst/>
            <a:rect l="l" t="t" r="r" b="b"/>
            <a:pathLst>
              <a:path w="19126" h="15136" extrusionOk="0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 txBox="1">
            <a:spLocks noGrp="1"/>
          </p:cNvSpPr>
          <p:nvPr>
            <p:ph type="ctrTitle"/>
          </p:nvPr>
        </p:nvSpPr>
        <p:spPr>
          <a:xfrm>
            <a:off x="1546024" y="1754794"/>
            <a:ext cx="7102676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3.</a:t>
            </a:r>
            <a:endParaRPr sz="6000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Idear</a:t>
            </a:r>
            <a:endParaRPr/>
          </a:p>
        </p:txBody>
      </p:sp>
      <p:sp>
        <p:nvSpPr>
          <p:cNvPr id="382" name="Google Shape;382;p17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Arquitectura de la información. UserFlows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3670" y="831549"/>
            <a:ext cx="6196659" cy="414522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8"/>
          <p:cNvSpPr txBox="1"/>
          <p:nvPr/>
        </p:nvSpPr>
        <p:spPr>
          <a:xfrm>
            <a:off x="0" y="6664"/>
            <a:ext cx="9144000" cy="59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Nuestra arquitectura de la información</a:t>
            </a:r>
            <a:endParaRPr sz="20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"/>
          <p:cNvSpPr txBox="1">
            <a:spLocks noGrp="1"/>
          </p:cNvSpPr>
          <p:nvPr>
            <p:ph type="title" idx="4294967295"/>
          </p:nvPr>
        </p:nvSpPr>
        <p:spPr>
          <a:xfrm>
            <a:off x="0" y="4522788"/>
            <a:ext cx="9144000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300">
              <a:solidFill>
                <a:srgbClr val="FF0000"/>
              </a:solidFill>
            </a:endParaRPr>
          </a:p>
        </p:txBody>
      </p:sp>
      <p:pic>
        <p:nvPicPr>
          <p:cNvPr id="394" name="Google Shape;3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50642"/>
            <a:ext cx="9144000" cy="384221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9"/>
          <p:cNvSpPr txBox="1"/>
          <p:nvPr/>
        </p:nvSpPr>
        <p:spPr>
          <a:xfrm>
            <a:off x="0" y="6664"/>
            <a:ext cx="9144000" cy="59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UserFlows – Nuestros profesionales</a:t>
            </a:r>
            <a:endParaRPr sz="20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7209"/>
            <a:ext cx="9144000" cy="390908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0"/>
          <p:cNvSpPr txBox="1"/>
          <p:nvPr/>
        </p:nvSpPr>
        <p:spPr>
          <a:xfrm>
            <a:off x="0" y="0"/>
            <a:ext cx="9144000" cy="59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User Flows – Nuestros usuarios</a:t>
            </a:r>
            <a:endParaRPr sz="20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>
            <a:spLocks noGrp="1"/>
          </p:cNvSpPr>
          <p:nvPr>
            <p:ph type="ctrTitle"/>
          </p:nvPr>
        </p:nvSpPr>
        <p:spPr>
          <a:xfrm>
            <a:off x="1546024" y="1754794"/>
            <a:ext cx="7102676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4.</a:t>
            </a:r>
            <a:endParaRPr sz="6000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Prototipar</a:t>
            </a:r>
            <a:endParaRPr/>
          </a:p>
        </p:txBody>
      </p:sp>
      <p:sp>
        <p:nvSpPr>
          <p:cNvPr id="407" name="Google Shape;407;p21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Wireframe en baja, alta y media.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2" descr="https://lh4.googleusercontent.com/wiHPvuC_nZiHX7dQn310LjjL2WoPqTrMxnLBYFVQgWS-Rwntz3X-X-yyY07B9WTQ21cWgYdtct41jtWwl_p17rVee6v0Lv7BM5Cctu9D-xlNrZa_LSYYXxa0iv7VeRn40bdaRzm09d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1365" y="0"/>
            <a:ext cx="9305365" cy="516526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2"/>
          <p:cNvSpPr/>
          <p:nvPr/>
        </p:nvSpPr>
        <p:spPr>
          <a:xfrm>
            <a:off x="6445075" y="85732"/>
            <a:ext cx="2572500" cy="2496900"/>
          </a:xfrm>
          <a:prstGeom prst="ellipse">
            <a:avLst/>
          </a:prstGeom>
          <a:noFill/>
          <a:ln w="9525" cap="flat" cmpd="sng">
            <a:solidFill>
              <a:srgbClr val="ECEF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Wireframe</a:t>
            </a:r>
            <a:endParaRPr sz="18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/>
        </p:nvSpPr>
        <p:spPr>
          <a:xfrm>
            <a:off x="257175" y="3856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2920450" y="3776550"/>
            <a:ext cx="259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6546525" y="3776550"/>
            <a:ext cx="20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1" name="Google Shape;421;p23"/>
          <p:cNvGraphicFramePr/>
          <p:nvPr/>
        </p:nvGraphicFramePr>
        <p:xfrm>
          <a:off x="0" y="1172225"/>
          <a:ext cx="9144000" cy="3971275"/>
        </p:xfrm>
        <a:graphic>
          <a:graphicData uri="http://schemas.openxmlformats.org/drawingml/2006/table">
            <a:tbl>
              <a:tblPr>
                <a:noFill/>
                <a:tableStyleId>{2B957419-69CB-40A4-B2D9-439BDB8DEC36}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2"/>
                        <a:buFont typeface="Arial"/>
                        <a:buNone/>
                      </a:pPr>
                      <a:r>
                        <a:rPr lang="en" sz="1422" u="none" strike="noStrike" cap="none">
                          <a:solidFill>
                            <a:srgbClr val="3C78D8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A Mano</a:t>
                      </a:r>
                      <a:endParaRPr sz="1400" u="none" strike="noStrike" cap="none">
                        <a:solidFill>
                          <a:srgbClr val="3C78D8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2"/>
                        <a:buFont typeface="Arial"/>
                        <a:buNone/>
                      </a:pPr>
                      <a:r>
                        <a:rPr lang="en" sz="1422" u="none" strike="noStrike" cap="none">
                          <a:solidFill>
                            <a:srgbClr val="1155CC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Digitales</a:t>
                      </a:r>
                      <a:endParaRPr sz="1200" u="none" strike="noStrike" cap="none">
                        <a:solidFill>
                          <a:srgbClr val="1155CC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2"/>
                        <a:buFont typeface="Arial"/>
                        <a:buNone/>
                      </a:pPr>
                      <a:endParaRPr sz="1422" u="none" strike="noStrike" cap="none"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2"/>
                        <a:buFont typeface="Arial"/>
                        <a:buNone/>
                      </a:pPr>
                      <a:r>
                        <a:rPr lang="en" sz="1422" u="none" strike="noStrike" cap="none">
                          <a:solidFill>
                            <a:srgbClr val="1C4587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Con patrones de diseño</a:t>
                      </a:r>
                      <a:endParaRPr sz="1200" u="none" strike="noStrike" cap="none">
                        <a:solidFill>
                          <a:srgbClr val="1C4587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2"/>
                        <a:buFont typeface="Arial"/>
                        <a:buNone/>
                      </a:pPr>
                      <a:endParaRPr sz="1422" u="none" strike="noStrike" cap="none"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2" name="Google Shape;422;p23"/>
          <p:cNvPicPr preferRelativeResize="0"/>
          <p:nvPr/>
        </p:nvPicPr>
        <p:blipFill rotWithShape="1">
          <a:blip r:embed="rId3">
            <a:alphaModFix/>
          </a:blip>
          <a:srcRect l="50001" t="5850" r="8501" b="57468"/>
          <a:stretch/>
        </p:blipFill>
        <p:spPr>
          <a:xfrm>
            <a:off x="80000" y="1629532"/>
            <a:ext cx="1340176" cy="2182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3"/>
          <p:cNvPicPr preferRelativeResize="0"/>
          <p:nvPr/>
        </p:nvPicPr>
        <p:blipFill rotWithShape="1">
          <a:blip r:embed="rId4">
            <a:alphaModFix/>
          </a:blip>
          <a:srcRect l="4244" t="41076" r="46854" b="17272"/>
          <a:stretch/>
        </p:blipFill>
        <p:spPr>
          <a:xfrm>
            <a:off x="1500225" y="1664915"/>
            <a:ext cx="1340176" cy="21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3"/>
          <p:cNvPicPr preferRelativeResize="0"/>
          <p:nvPr/>
        </p:nvPicPr>
        <p:blipFill rotWithShape="1">
          <a:blip r:embed="rId5">
            <a:alphaModFix/>
          </a:blip>
          <a:srcRect l="28843" t="43387" r="56360" b="11448"/>
          <a:stretch/>
        </p:blipFill>
        <p:spPr>
          <a:xfrm>
            <a:off x="4615422" y="1299875"/>
            <a:ext cx="1395677" cy="25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3"/>
          <p:cNvPicPr preferRelativeResize="0"/>
          <p:nvPr/>
        </p:nvPicPr>
        <p:blipFill rotWithShape="1">
          <a:blip r:embed="rId6">
            <a:alphaModFix/>
          </a:blip>
          <a:srcRect l="50716" t="31288" r="28858" b="6058"/>
          <a:stretch/>
        </p:blipFill>
        <p:spPr>
          <a:xfrm>
            <a:off x="3002237" y="1299875"/>
            <a:ext cx="1474224" cy="254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3"/>
          <p:cNvPicPr preferRelativeResize="0"/>
          <p:nvPr/>
        </p:nvPicPr>
        <p:blipFill rotWithShape="1">
          <a:blip r:embed="rId7">
            <a:alphaModFix/>
          </a:blip>
          <a:srcRect l="41583" t="26212" r="43201" b="27109"/>
          <a:stretch/>
        </p:blipFill>
        <p:spPr>
          <a:xfrm>
            <a:off x="6150062" y="1299875"/>
            <a:ext cx="1474224" cy="25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3"/>
          <p:cNvPicPr preferRelativeResize="0"/>
          <p:nvPr/>
        </p:nvPicPr>
        <p:blipFill rotWithShape="1">
          <a:blip r:embed="rId8">
            <a:alphaModFix/>
          </a:blip>
          <a:srcRect l="27669" t="28792" r="57673" b="24121"/>
          <a:stretch/>
        </p:blipFill>
        <p:spPr>
          <a:xfrm>
            <a:off x="7624275" y="1310688"/>
            <a:ext cx="1395677" cy="252211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3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Empezamos a darle forma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1225" y="864517"/>
            <a:ext cx="2021463" cy="395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4"/>
          <p:cNvPicPr preferRelativeResize="0"/>
          <p:nvPr/>
        </p:nvPicPr>
        <p:blipFill rotWithShape="1">
          <a:blip r:embed="rId4">
            <a:alphaModFix/>
          </a:blip>
          <a:srcRect t="-5040" b="5040"/>
          <a:stretch/>
        </p:blipFill>
        <p:spPr>
          <a:xfrm>
            <a:off x="7260325" y="1510436"/>
            <a:ext cx="1250500" cy="242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150" y="1453205"/>
            <a:ext cx="1250500" cy="244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8300" y="1222499"/>
            <a:ext cx="1567150" cy="303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77400" y="1205120"/>
            <a:ext cx="1567150" cy="3066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4"/>
          <p:cNvSpPr txBox="1">
            <a:spLocks noGrp="1"/>
          </p:cNvSpPr>
          <p:nvPr>
            <p:ph type="title"/>
          </p:nvPr>
        </p:nvSpPr>
        <p:spPr>
          <a:xfrm>
            <a:off x="633175" y="161917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Prototipamos en alta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 txBox="1">
            <a:spLocks noGrp="1"/>
          </p:cNvSpPr>
          <p:nvPr>
            <p:ph type="ctrTitle"/>
          </p:nvPr>
        </p:nvSpPr>
        <p:spPr>
          <a:xfrm>
            <a:off x="1546024" y="1754794"/>
            <a:ext cx="7102676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5.</a:t>
            </a:r>
            <a:endParaRPr sz="6000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Validar</a:t>
            </a:r>
            <a:endParaRPr/>
          </a:p>
        </p:txBody>
      </p:sp>
      <p:sp>
        <p:nvSpPr>
          <p:cNvPr id="444" name="Google Shape;444;p25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Pruebas con usuarios. Métricas 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"/>
          <p:cNvSpPr txBox="1">
            <a:spLocks noGrp="1"/>
          </p:cNvSpPr>
          <p:nvPr>
            <p:ph type="title"/>
          </p:nvPr>
        </p:nvSpPr>
        <p:spPr>
          <a:xfrm>
            <a:off x="786150" y="238985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Usuarios que realizaron el test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109437" y="3228057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Valentina</a:t>
            </a:r>
            <a:br>
              <a:rPr lang="en" sz="14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(41)- Contadora - Casada con 2 hijos - Vivienda: casa con parque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51" name="Google Shape;45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35" y="1310640"/>
            <a:ext cx="1633735" cy="163373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 rotWithShape="1">
          <a:blip r:embed="rId4">
            <a:alphaModFix/>
          </a:blip>
          <a:srcRect l="7778" t="5990" r="63269" b="54815"/>
          <a:stretch/>
        </p:blipFill>
        <p:spPr>
          <a:xfrm>
            <a:off x="1959575" y="1254798"/>
            <a:ext cx="1489200" cy="172099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3" name="Google Shape;453;p26"/>
          <p:cNvPicPr preferRelativeResize="0"/>
          <p:nvPr/>
        </p:nvPicPr>
        <p:blipFill rotWithShape="1">
          <a:blip r:embed="rId5">
            <a:alphaModFix/>
          </a:blip>
          <a:srcRect l="42297" b="24914"/>
          <a:stretch/>
        </p:blipFill>
        <p:spPr>
          <a:xfrm>
            <a:off x="3873177" y="1265447"/>
            <a:ext cx="1397646" cy="163874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4" name="Google Shape;454;p26"/>
          <p:cNvPicPr preferRelativeResize="0"/>
          <p:nvPr/>
        </p:nvPicPr>
        <p:blipFill rotWithShape="1">
          <a:blip r:embed="rId6">
            <a:alphaModFix/>
          </a:blip>
          <a:srcRect l="10708" r="40370" b="36889"/>
          <a:stretch/>
        </p:blipFill>
        <p:spPr>
          <a:xfrm>
            <a:off x="5630186" y="1311670"/>
            <a:ext cx="1364974" cy="163270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5" name="Google Shape;455;p26"/>
          <p:cNvPicPr preferRelativeResize="0"/>
          <p:nvPr/>
        </p:nvPicPr>
        <p:blipFill rotWithShape="1">
          <a:blip r:embed="rId7">
            <a:alphaModFix/>
          </a:blip>
          <a:srcRect l="29408" r="30740" b="52147"/>
          <a:stretch/>
        </p:blipFill>
        <p:spPr>
          <a:xfrm>
            <a:off x="7308545" y="1310640"/>
            <a:ext cx="1489200" cy="178814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56" name="Google Shape;456;p26"/>
          <p:cNvSpPr txBox="1"/>
          <p:nvPr/>
        </p:nvSpPr>
        <p:spPr>
          <a:xfrm>
            <a:off x="1963286" y="3228057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Pato</a:t>
            </a:r>
            <a:br>
              <a:rPr lang="en" sz="14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(43) - Contador - Casado con 3 hijos - Vivienda: casa con parque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5630185" y="3228057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Paolo</a:t>
            </a:r>
            <a:br>
              <a:rPr lang="en" sz="14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(38)- Ing en sistemas - casado con 2 hijos- Vivienda: casa con parque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8" name="Google Shape;458;p26"/>
          <p:cNvSpPr txBox="1"/>
          <p:nvPr/>
        </p:nvSpPr>
        <p:spPr>
          <a:xfrm>
            <a:off x="3817135" y="321800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Matias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Matias (33) - Periodista- Soltero - Vivienda: casa con parque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9" name="Google Shape;459;p26"/>
          <p:cNvSpPr txBox="1"/>
          <p:nvPr/>
        </p:nvSpPr>
        <p:spPr>
          <a:xfrm>
            <a:off x="7308545" y="3228057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Jose</a:t>
            </a:r>
            <a:br>
              <a:rPr lang="en" sz="1400" b="0" i="0" u="none" strike="noStrike" cap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(48)- Ing en sistemas- Padre de 1 hija-  Vivienda: Duplex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" sz="1000" b="1"/>
              <a:t>Situación 1</a:t>
            </a:r>
            <a:endParaRPr sz="10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" sz="1000"/>
              <a:t>Situación 1: Supongamos que tenes el césped muy largo de tu casa y  queres buscar un jardinero para que pueda hacer un trabajo de jardinería en tu casa.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" sz="1000"/>
              <a:t>Criterio de éxito: Debe llegar a la página de contacto de la persona que realice el oficio-. Poder visualizar el correo y el teléfono. .</a:t>
            </a:r>
            <a:endParaRPr sz="1000"/>
          </a:p>
        </p:txBody>
      </p:sp>
      <p:sp>
        <p:nvSpPr>
          <p:cNvPr id="465" name="Google Shape;465;p27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Tareas y encuestas que realizaron</a:t>
            </a:r>
            <a:endParaRPr/>
          </a:p>
        </p:txBody>
      </p:sp>
      <p:sp>
        <p:nvSpPr>
          <p:cNvPr id="466" name="Google Shape;466;p27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" sz="1000" b="1"/>
              <a:t>Situación 2</a:t>
            </a:r>
            <a:endParaRPr sz="10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" sz="1000"/>
              <a:t>Situación 2. Supongamos que realizas un oficio, el cual ofreces un servicio a la sociedad. Te gustaría publicarlo en la app a fin de poder ser conocido y  contactado por nuevos clientes.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" sz="1000"/>
              <a:t>Criterio de éxito: Debe llegar a la página de hemos publicado tu oficio y haber recorrido todo el proceso de carga del mismo. . </a:t>
            </a:r>
            <a:endParaRPr sz="1000"/>
          </a:p>
        </p:txBody>
      </p:sp>
      <p:sp>
        <p:nvSpPr>
          <p:cNvPr id="467" name="Google Shape;467;p27"/>
          <p:cNvSpPr/>
          <p:nvPr/>
        </p:nvSpPr>
        <p:spPr>
          <a:xfrm>
            <a:off x="786041" y="2813240"/>
            <a:ext cx="3896524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Tareas</a:t>
            </a:r>
            <a:endParaRPr sz="1000" b="1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AutoNum type="arabicPeriod"/>
            </a:pPr>
            <a:r>
              <a:rPr lang="en" sz="1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Debes hacerte un usuario en la app</a:t>
            </a:r>
            <a:endParaRPr/>
          </a:p>
          <a:p>
            <a:pPr marL="0" marR="0" lvl="0" indent="-63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AutoNum type="arabicPeriod"/>
            </a:pPr>
            <a:r>
              <a:rPr lang="en" sz="1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Encontrar a una persona que realice el oficio, en esta caso un jardinero.</a:t>
            </a:r>
            <a:endParaRPr/>
          </a:p>
          <a:p>
            <a:pPr marL="0" marR="0" lvl="0" indent="-63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AutoNum type="arabicPeriod"/>
            </a:pPr>
            <a:r>
              <a:rPr lang="en" sz="1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Encontrar los datos de contacto de la persona que realice jardinería.</a:t>
            </a:r>
            <a:endParaRPr/>
          </a:p>
          <a:p>
            <a:pPr marL="0" marR="0" lvl="0" indent="-63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AutoNum type="arabicPeriod"/>
            </a:pPr>
            <a:r>
              <a:rPr lang="en" sz="1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Publicar un oficio</a:t>
            </a:r>
            <a:endParaRPr sz="1000" b="0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8" name="Google Shape;468;p27"/>
          <p:cNvSpPr txBox="1"/>
          <p:nvPr/>
        </p:nvSpPr>
        <p:spPr>
          <a:xfrm>
            <a:off x="4682565" y="2642846"/>
            <a:ext cx="4357800" cy="250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Encuesta de satisfacción:</a:t>
            </a:r>
            <a:endParaRPr sz="10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¿</a:t>
            </a:r>
            <a:r>
              <a:rPr lang="en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Qué tan sencillo te resultó hacerte un usuario?,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tan sencillo te resultó encontrar una persona?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tan sencillo te resultó encontrar los datos de  una persona?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tan sencillo te resultó publicar un oficio?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Cada una de la preguntas anteriores se puntuaron con la siguiente escala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1- Muy Fácil , 2- Fácil , 3- Indistinto , 4- Difícil , 5 Muy Difícil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>
            <a:spLocks noGrp="1"/>
          </p:cNvSpPr>
          <p:nvPr>
            <p:ph type="title"/>
          </p:nvPr>
        </p:nvSpPr>
        <p:spPr>
          <a:xfrm>
            <a:off x="1572300" y="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Algunos resultados</a:t>
            </a:r>
            <a:endParaRPr/>
          </a:p>
        </p:txBody>
      </p:sp>
      <p:graphicFrame>
        <p:nvGraphicFramePr>
          <p:cNvPr id="474" name="Google Shape;474;p28"/>
          <p:cNvGraphicFramePr/>
          <p:nvPr/>
        </p:nvGraphicFramePr>
        <p:xfrm>
          <a:off x="114300" y="881270"/>
          <a:ext cx="8640600" cy="2610740"/>
        </p:xfrm>
        <a:graphic>
          <a:graphicData uri="http://schemas.openxmlformats.org/drawingml/2006/table">
            <a:tbl>
              <a:tblPr>
                <a:noFill/>
                <a:tableStyleId>{52A968FC-A04F-4E6F-806D-936733DFD622}</a:tableStyleId>
              </a:tblPr>
              <a:tblGrid>
                <a:gridCol w="8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61975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¿¡Completaron la tarea?</a:t>
                      </a:r>
                      <a:endParaRPr sz="700" u="none" strike="noStrike" cap="non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Pasos</a:t>
                      </a:r>
                      <a:endParaRPr sz="7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Tiempo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i="0" u="none" strike="noStrike" cap="non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Tarea</a:t>
                      </a:r>
                      <a:endParaRPr sz="800" b="1" i="0" u="none" strike="noStrike" cap="non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U1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U2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U3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U1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U2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U3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U1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U2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U3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Hacer  Usuario</a:t>
                      </a:r>
                      <a:endParaRPr sz="800" u="none" strike="noStrike" cap="non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20''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25´´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20''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Encontrar Oficio</a:t>
                      </a:r>
                      <a:endParaRPr sz="800" u="none" strike="noStrike" cap="non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35´´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Encontrar los datos de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 contactos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25´´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Publicar un oficio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✔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12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50´´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1´30´´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3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5" name="Google Shape;475;p28"/>
          <p:cNvGraphicFramePr/>
          <p:nvPr/>
        </p:nvGraphicFramePr>
        <p:xfrm>
          <a:off x="-1553713" y="5970937"/>
          <a:ext cx="8852175" cy="3382925"/>
        </p:xfrm>
        <a:graphic>
          <a:graphicData uri="http://schemas.openxmlformats.org/drawingml/2006/table">
            <a:tbl>
              <a:tblPr>
                <a:noFill/>
                <a:tableStyleId>{2B957419-69CB-40A4-B2D9-439BDB8DEC36}</a:tableStyleId>
              </a:tblPr>
              <a:tblGrid>
                <a:gridCol w="10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31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501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¿Completaron  la tarea?</a:t>
                      </a:r>
                      <a:endParaRPr sz="900" b="1" u="none" strike="noStrike" cap="none"/>
                    </a:p>
                  </a:txBody>
                  <a:tcPr marL="91425" marR="91425" marT="91425" marB="91425"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Pasos</a:t>
                      </a:r>
                      <a:endParaRPr sz="5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Tiempo</a:t>
                      </a:r>
                      <a:endParaRPr sz="5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Tarea</a:t>
                      </a:r>
                      <a:endParaRPr sz="9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U1</a:t>
                      </a:r>
                      <a:endParaRPr sz="900" b="1" u="none" strike="noStrike" cap="none"/>
                    </a:p>
                  </a:txBody>
                  <a:tcPr marL="91425" marR="91425" marT="91425" marB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U2</a:t>
                      </a:r>
                      <a:endParaRPr sz="900" b="1" u="none" strike="noStrike" cap="none"/>
                    </a:p>
                  </a:txBody>
                  <a:tcPr marL="91425" marR="91425" marT="91425" marB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U3</a:t>
                      </a:r>
                      <a:endParaRPr sz="9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U4</a:t>
                      </a:r>
                      <a:endParaRPr sz="900" b="1" u="none" strike="noStrike" cap="none"/>
                    </a:p>
                  </a:txBody>
                  <a:tcPr marL="91425" marR="91425" marT="91425" marB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U5</a:t>
                      </a:r>
                      <a:endParaRPr sz="900" b="1" u="none" strike="noStrike" cap="none"/>
                    </a:p>
                  </a:txBody>
                  <a:tcPr marL="91425" marR="91425" marT="91425" marB="91425" anchor="ctr"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U1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U2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U3</a:t>
                      </a:r>
                      <a:endParaRPr sz="3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U4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U5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U1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U2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U3</a:t>
                      </a:r>
                      <a:endParaRPr sz="3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U4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U5</a:t>
                      </a:r>
                      <a:endParaRPr sz="300" b="1" u="none" strike="noStrike" cap="none"/>
                    </a:p>
                  </a:txBody>
                  <a:tcPr marL="91425" marR="91425" marT="91425" marB="91425" anchor="ctr">
                    <a:solidFill>
                      <a:srgbClr val="C27B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Hacer un usuario</a:t>
                      </a:r>
                      <a:endParaRPr sz="9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5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5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20''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25´´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20''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Encontrar a una persona</a:t>
                      </a:r>
                      <a:endParaRPr sz="9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  (oficio)</a:t>
                      </a:r>
                      <a:endParaRPr sz="9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6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35´´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30´´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Encontrar los datos de</a:t>
                      </a:r>
                      <a:endParaRPr sz="9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  contactos </a:t>
                      </a:r>
                      <a:endParaRPr sz="9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4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25´´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/>
                        <a:t>Publicar un oficio</a:t>
                      </a:r>
                      <a:endParaRPr sz="9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X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9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12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8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5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6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9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2´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50´´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1´30´´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/>
                        <a:t>-</a:t>
                      </a:r>
                      <a:endParaRPr sz="3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6" name="Google Shape;476;p28"/>
          <p:cNvGraphicFramePr/>
          <p:nvPr/>
        </p:nvGraphicFramePr>
        <p:xfrm>
          <a:off x="1635000" y="3976170"/>
          <a:ext cx="5874000" cy="289530"/>
        </p:xfrm>
        <a:graphic>
          <a:graphicData uri="http://schemas.openxmlformats.org/drawingml/2006/table">
            <a:tbl>
              <a:tblPr>
                <a:noFill/>
                <a:tableStyleId>{2B957419-69CB-40A4-B2D9-439BDB8DEC36}</a:tableStyleId>
              </a:tblPr>
              <a:tblGrid>
                <a:gridCol w="117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0" i="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Valentina(41) U1</a:t>
                      </a:r>
                      <a:endParaRPr sz="700" b="0" i="0" u="none" strike="noStrike" cap="non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0" i="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Pato (43) U2</a:t>
                      </a:r>
                      <a:endParaRPr sz="700" b="0" i="0" u="none" strike="noStrike" cap="non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0" i="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Jose (48) U3</a:t>
                      </a:r>
                      <a:endParaRPr sz="700" b="0" i="0" u="none" strike="noStrike" cap="non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0" i="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Paolo(38)</a:t>
                      </a:r>
                      <a:endParaRPr sz="700" b="0" i="0" u="none" strike="noStrike" cap="non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b="0" i="0" u="none" strike="noStrike" cap="non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Matias(33)</a:t>
                      </a:r>
                      <a:endParaRPr sz="700" b="0" i="0" u="none" strike="noStrike" cap="non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"/>
          <p:cNvSpPr txBox="1">
            <a:spLocks noGrp="1"/>
          </p:cNvSpPr>
          <p:nvPr>
            <p:ph type="ctrTitle" idx="4294967295"/>
          </p:nvPr>
        </p:nvSpPr>
        <p:spPr>
          <a:xfrm>
            <a:off x="2034060" y="1698573"/>
            <a:ext cx="5277900" cy="50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4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80% Muy Fácil</a:t>
            </a:r>
            <a:br>
              <a:rPr lang="en" sz="48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sz="48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4294967295"/>
          </p:nvPr>
        </p:nvSpPr>
        <p:spPr>
          <a:xfrm>
            <a:off x="2034060" y="1256089"/>
            <a:ext cx="5277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Hacerse un Usuario</a:t>
            </a:r>
            <a:endParaRPr sz="1800" b="0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83" name="Google Shape;483;p29"/>
          <p:cNvSpPr txBox="1">
            <a:spLocks noGrp="1"/>
          </p:cNvSpPr>
          <p:nvPr>
            <p:ph type="ctrTitle" idx="4294967295"/>
          </p:nvPr>
        </p:nvSpPr>
        <p:spPr>
          <a:xfrm>
            <a:off x="2117880" y="3764174"/>
            <a:ext cx="52779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4000" b="0" i="0" u="none" strike="noStrike" cap="none">
                <a:solidFill>
                  <a:srgbClr val="9CB1BB"/>
                </a:solidFill>
                <a:latin typeface="Roboto Slab"/>
                <a:ea typeface="Roboto Slab"/>
                <a:cs typeface="Roboto Slab"/>
                <a:sym typeface="Roboto Slab"/>
              </a:rPr>
              <a:t>40% completada</a:t>
            </a:r>
            <a:endParaRPr sz="4000" b="0" i="0" u="none" strike="noStrike" cap="none">
              <a:solidFill>
                <a:srgbClr val="9CB1B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4294967295"/>
          </p:nvPr>
        </p:nvSpPr>
        <p:spPr>
          <a:xfrm>
            <a:off x="2117880" y="4493011"/>
            <a:ext cx="5277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Publicar un oficio</a:t>
            </a:r>
            <a:endParaRPr sz="1800" b="0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85" name="Google Shape;485;p29"/>
          <p:cNvSpPr txBox="1">
            <a:spLocks noGrp="1"/>
          </p:cNvSpPr>
          <p:nvPr>
            <p:ph type="ctrTitle" idx="4294967295"/>
          </p:nvPr>
        </p:nvSpPr>
        <p:spPr>
          <a:xfrm>
            <a:off x="2034060" y="1523935"/>
            <a:ext cx="52779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4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100% completada</a:t>
            </a:r>
            <a:endParaRPr sz="40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86" name="Google Shape;486;p29"/>
          <p:cNvSpPr txBox="1">
            <a:spLocks noGrp="1"/>
          </p:cNvSpPr>
          <p:nvPr>
            <p:ph type="subTitle" idx="4294967295"/>
          </p:nvPr>
        </p:nvSpPr>
        <p:spPr>
          <a:xfrm>
            <a:off x="2034060" y="2212623"/>
            <a:ext cx="5277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Encontrar Oficioof users</a:t>
            </a:r>
            <a:endParaRPr sz="1800" b="0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87" name="Google Shape;487;p29"/>
          <p:cNvSpPr txBox="1"/>
          <p:nvPr/>
        </p:nvSpPr>
        <p:spPr>
          <a:xfrm>
            <a:off x="2034060" y="2648666"/>
            <a:ext cx="52779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4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80% Muy Fácil</a:t>
            </a:r>
            <a:endParaRPr/>
          </a:p>
        </p:txBody>
      </p:sp>
      <p:sp>
        <p:nvSpPr>
          <p:cNvPr id="488" name="Google Shape;488;p29"/>
          <p:cNvSpPr txBox="1"/>
          <p:nvPr/>
        </p:nvSpPr>
        <p:spPr>
          <a:xfrm>
            <a:off x="2034060" y="3352817"/>
            <a:ext cx="5277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Encontrar los datos de contacto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"/>
          <p:cNvSpPr txBox="1">
            <a:spLocks noGrp="1"/>
          </p:cNvSpPr>
          <p:nvPr>
            <p:ph type="ctrTitle" idx="4294967295"/>
          </p:nvPr>
        </p:nvSpPr>
        <p:spPr>
          <a:xfrm>
            <a:off x="685800" y="17357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60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¿Nos presentamos?</a:t>
            </a:r>
            <a:endParaRPr sz="60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4" name="Google Shape;494;p30"/>
          <p:cNvSpPr txBox="1">
            <a:spLocks noGrp="1"/>
          </p:cNvSpPr>
          <p:nvPr>
            <p:ph type="subTitle" idx="4294967295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n"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3….2….1… </a:t>
            </a:r>
            <a:endParaRPr sz="3000" b="0" i="0" u="none" strike="noStrike" cap="non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"/>
          <p:cNvSpPr txBox="1">
            <a:spLocks noGrp="1"/>
          </p:cNvSpPr>
          <p:nvPr>
            <p:ph type="body" idx="4294967295"/>
          </p:nvPr>
        </p:nvSpPr>
        <p:spPr>
          <a:xfrm>
            <a:off x="457200" y="671138"/>
            <a:ext cx="41019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b="1">
                <a:solidFill>
                  <a:schemeClr val="accent1"/>
                </a:solidFill>
                <a:highlight>
                  <a:schemeClr val="lt2"/>
                </a:highlight>
                <a:latin typeface="Roboto Slab"/>
                <a:ea typeface="Roboto Slab"/>
                <a:cs typeface="Roboto Slab"/>
                <a:sym typeface="Roboto Slab"/>
              </a:rPr>
              <a:t>Ofidi</a:t>
            </a:r>
            <a:endParaRPr b="1">
              <a:solidFill>
                <a:schemeClr val="accent1"/>
              </a:solidFill>
              <a:highlight>
                <a:schemeClr val="lt2"/>
              </a:highlight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Oficios Diversos es una aplicación de oferta de servicios que permite a las personas publicar sus oficios  y ser fácilmente encontrados, calificados y recomendados  por aquellos usuarios que los desean. </a:t>
            </a:r>
            <a:endParaRPr/>
          </a:p>
        </p:txBody>
      </p:sp>
      <p:pic>
        <p:nvPicPr>
          <p:cNvPr id="500" name="Google Shape;500;p31" descr="Graphical user interface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2109" t="-120" r="30814" b="-3"/>
          <a:stretch/>
        </p:blipFill>
        <p:spPr>
          <a:xfrm>
            <a:off x="5379603" y="366338"/>
            <a:ext cx="2308978" cy="4254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2"/>
          <p:cNvSpPr txBox="1">
            <a:spLocks noGrp="1"/>
          </p:cNvSpPr>
          <p:nvPr>
            <p:ph type="title"/>
          </p:nvPr>
        </p:nvSpPr>
        <p:spPr>
          <a:xfrm>
            <a:off x="367016" y="1684195"/>
            <a:ext cx="3086100" cy="123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400"/>
              <a:t>Con Ofidi podrás encontrar personas recomendables que realicen el oficio que estas buscando!</a:t>
            </a:r>
            <a:br>
              <a:rPr lang="en" sz="2400"/>
            </a:br>
            <a:endParaRPr/>
          </a:p>
        </p:txBody>
      </p:sp>
      <p:pic>
        <p:nvPicPr>
          <p:cNvPr id="506" name="Google Shape;506;p32" descr="Graphical user interface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2109" t="-120" r="-2" b="-3"/>
          <a:stretch/>
        </p:blipFill>
        <p:spPr>
          <a:xfrm>
            <a:off x="4076582" y="450850"/>
            <a:ext cx="2044683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2" descr="A picture containing text, electronics, cellphon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31317" t="1585" r="-1" b="3683"/>
          <a:stretch/>
        </p:blipFill>
        <p:spPr>
          <a:xfrm>
            <a:off x="6452480" y="450850"/>
            <a:ext cx="2324504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2" descr="Graphical user interface, applicati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32611" t="1141" r="2" b="4574"/>
          <a:stretch/>
        </p:blipFill>
        <p:spPr>
          <a:xfrm>
            <a:off x="3881627" y="2622518"/>
            <a:ext cx="2434590" cy="1982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2" descr="A picture containing text, electronic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26571" t="1662" b="6258"/>
          <a:stretch/>
        </p:blipFill>
        <p:spPr>
          <a:xfrm>
            <a:off x="6397437" y="2621520"/>
            <a:ext cx="2434590" cy="198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3" descr="A person holding a cell phon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 l="26140" r="9988" b="2"/>
          <a:stretch/>
        </p:blipFill>
        <p:spPr>
          <a:xfrm>
            <a:off x="15" y="7"/>
            <a:ext cx="3044937" cy="318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3" descr="A person holding a cell phon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 l="9753" r="26329" b="2"/>
          <a:stretch/>
        </p:blipFill>
        <p:spPr>
          <a:xfrm>
            <a:off x="3067861" y="-1"/>
            <a:ext cx="3047189" cy="3182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3" descr="A person holding a tablet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 l="8635" r="27729" b="-2"/>
          <a:stretch/>
        </p:blipFill>
        <p:spPr>
          <a:xfrm>
            <a:off x="6099048" y="7"/>
            <a:ext cx="3044952" cy="318210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3"/>
          <p:cNvSpPr/>
          <p:nvPr/>
        </p:nvSpPr>
        <p:spPr>
          <a:xfrm>
            <a:off x="2037453" y="3852045"/>
            <a:ext cx="422145" cy="376518"/>
          </a:xfrm>
          <a:custGeom>
            <a:avLst/>
            <a:gdLst/>
            <a:ahLst/>
            <a:cxnLst/>
            <a:rect l="l" t="t" r="r" b="b"/>
            <a:pathLst>
              <a:path w="17082" h="17228" extrusionOk="0">
                <a:moveTo>
                  <a:pt x="6497" y="2993"/>
                </a:moveTo>
                <a:lnTo>
                  <a:pt x="6400" y="3042"/>
                </a:lnTo>
                <a:lnTo>
                  <a:pt x="6302" y="3090"/>
                </a:lnTo>
                <a:lnTo>
                  <a:pt x="6229" y="3212"/>
                </a:lnTo>
                <a:lnTo>
                  <a:pt x="6229" y="3285"/>
                </a:lnTo>
                <a:lnTo>
                  <a:pt x="6254" y="3334"/>
                </a:lnTo>
                <a:lnTo>
                  <a:pt x="6278" y="3407"/>
                </a:lnTo>
                <a:lnTo>
                  <a:pt x="6351" y="3455"/>
                </a:lnTo>
                <a:lnTo>
                  <a:pt x="6400" y="3480"/>
                </a:lnTo>
                <a:lnTo>
                  <a:pt x="6643" y="3480"/>
                </a:lnTo>
                <a:lnTo>
                  <a:pt x="6692" y="3504"/>
                </a:lnTo>
                <a:lnTo>
                  <a:pt x="6911" y="3504"/>
                </a:lnTo>
                <a:lnTo>
                  <a:pt x="6959" y="3480"/>
                </a:lnTo>
                <a:lnTo>
                  <a:pt x="7008" y="3455"/>
                </a:lnTo>
                <a:lnTo>
                  <a:pt x="7057" y="3407"/>
                </a:lnTo>
                <a:lnTo>
                  <a:pt x="7057" y="3334"/>
                </a:lnTo>
                <a:lnTo>
                  <a:pt x="7057" y="3212"/>
                </a:lnTo>
                <a:lnTo>
                  <a:pt x="7032" y="3163"/>
                </a:lnTo>
                <a:lnTo>
                  <a:pt x="7008" y="3115"/>
                </a:lnTo>
                <a:lnTo>
                  <a:pt x="6935" y="3042"/>
                </a:lnTo>
                <a:lnTo>
                  <a:pt x="6838" y="3017"/>
                </a:lnTo>
                <a:lnTo>
                  <a:pt x="6716" y="2993"/>
                </a:lnTo>
                <a:close/>
                <a:moveTo>
                  <a:pt x="5743" y="3236"/>
                </a:moveTo>
                <a:lnTo>
                  <a:pt x="5670" y="3261"/>
                </a:lnTo>
                <a:lnTo>
                  <a:pt x="5402" y="3358"/>
                </a:lnTo>
                <a:lnTo>
                  <a:pt x="5134" y="3480"/>
                </a:lnTo>
                <a:lnTo>
                  <a:pt x="4891" y="3601"/>
                </a:lnTo>
                <a:lnTo>
                  <a:pt x="4672" y="3747"/>
                </a:lnTo>
                <a:lnTo>
                  <a:pt x="4453" y="3918"/>
                </a:lnTo>
                <a:lnTo>
                  <a:pt x="4234" y="4088"/>
                </a:lnTo>
                <a:lnTo>
                  <a:pt x="4039" y="4283"/>
                </a:lnTo>
                <a:lnTo>
                  <a:pt x="3869" y="4477"/>
                </a:lnTo>
                <a:lnTo>
                  <a:pt x="3699" y="4696"/>
                </a:lnTo>
                <a:lnTo>
                  <a:pt x="3553" y="4940"/>
                </a:lnTo>
                <a:lnTo>
                  <a:pt x="3431" y="5159"/>
                </a:lnTo>
                <a:lnTo>
                  <a:pt x="3309" y="5402"/>
                </a:lnTo>
                <a:lnTo>
                  <a:pt x="3236" y="5670"/>
                </a:lnTo>
                <a:lnTo>
                  <a:pt x="3163" y="5937"/>
                </a:lnTo>
                <a:lnTo>
                  <a:pt x="3115" y="6229"/>
                </a:lnTo>
                <a:lnTo>
                  <a:pt x="3090" y="6497"/>
                </a:lnTo>
                <a:lnTo>
                  <a:pt x="3090" y="6546"/>
                </a:lnTo>
                <a:lnTo>
                  <a:pt x="3115" y="6594"/>
                </a:lnTo>
                <a:lnTo>
                  <a:pt x="3188" y="6667"/>
                </a:lnTo>
                <a:lnTo>
                  <a:pt x="3261" y="6716"/>
                </a:lnTo>
                <a:lnTo>
                  <a:pt x="3285" y="6716"/>
                </a:lnTo>
                <a:lnTo>
                  <a:pt x="3309" y="6692"/>
                </a:lnTo>
                <a:lnTo>
                  <a:pt x="3382" y="6667"/>
                </a:lnTo>
                <a:lnTo>
                  <a:pt x="3431" y="6594"/>
                </a:lnTo>
                <a:lnTo>
                  <a:pt x="3480" y="6546"/>
                </a:lnTo>
                <a:lnTo>
                  <a:pt x="3504" y="6473"/>
                </a:lnTo>
                <a:lnTo>
                  <a:pt x="3528" y="6156"/>
                </a:lnTo>
                <a:lnTo>
                  <a:pt x="3601" y="5864"/>
                </a:lnTo>
                <a:lnTo>
                  <a:pt x="3699" y="5597"/>
                </a:lnTo>
                <a:lnTo>
                  <a:pt x="3820" y="5353"/>
                </a:lnTo>
                <a:lnTo>
                  <a:pt x="3966" y="5086"/>
                </a:lnTo>
                <a:lnTo>
                  <a:pt x="4137" y="4867"/>
                </a:lnTo>
                <a:lnTo>
                  <a:pt x="4307" y="4623"/>
                </a:lnTo>
                <a:lnTo>
                  <a:pt x="4526" y="4429"/>
                </a:lnTo>
                <a:lnTo>
                  <a:pt x="4745" y="4234"/>
                </a:lnTo>
                <a:lnTo>
                  <a:pt x="4988" y="4088"/>
                </a:lnTo>
                <a:lnTo>
                  <a:pt x="5256" y="3942"/>
                </a:lnTo>
                <a:lnTo>
                  <a:pt x="5499" y="3796"/>
                </a:lnTo>
                <a:lnTo>
                  <a:pt x="5767" y="3699"/>
                </a:lnTo>
                <a:lnTo>
                  <a:pt x="5864" y="3650"/>
                </a:lnTo>
                <a:lnTo>
                  <a:pt x="5913" y="3577"/>
                </a:lnTo>
                <a:lnTo>
                  <a:pt x="5937" y="3504"/>
                </a:lnTo>
                <a:lnTo>
                  <a:pt x="5937" y="3407"/>
                </a:lnTo>
                <a:lnTo>
                  <a:pt x="5889" y="3334"/>
                </a:lnTo>
                <a:lnTo>
                  <a:pt x="5840" y="3285"/>
                </a:lnTo>
                <a:lnTo>
                  <a:pt x="5743" y="3236"/>
                </a:lnTo>
                <a:close/>
                <a:moveTo>
                  <a:pt x="7324" y="1971"/>
                </a:moveTo>
                <a:lnTo>
                  <a:pt x="7787" y="2020"/>
                </a:lnTo>
                <a:lnTo>
                  <a:pt x="8249" y="2141"/>
                </a:lnTo>
                <a:lnTo>
                  <a:pt x="8687" y="2312"/>
                </a:lnTo>
                <a:lnTo>
                  <a:pt x="9101" y="2506"/>
                </a:lnTo>
                <a:lnTo>
                  <a:pt x="9490" y="2774"/>
                </a:lnTo>
                <a:lnTo>
                  <a:pt x="9879" y="3066"/>
                </a:lnTo>
                <a:lnTo>
                  <a:pt x="10220" y="3431"/>
                </a:lnTo>
                <a:lnTo>
                  <a:pt x="10512" y="3820"/>
                </a:lnTo>
                <a:lnTo>
                  <a:pt x="10707" y="4088"/>
                </a:lnTo>
                <a:lnTo>
                  <a:pt x="10877" y="4380"/>
                </a:lnTo>
                <a:lnTo>
                  <a:pt x="11023" y="4696"/>
                </a:lnTo>
                <a:lnTo>
                  <a:pt x="11120" y="5013"/>
                </a:lnTo>
                <a:lnTo>
                  <a:pt x="11217" y="5329"/>
                </a:lnTo>
                <a:lnTo>
                  <a:pt x="11266" y="5645"/>
                </a:lnTo>
                <a:lnTo>
                  <a:pt x="11315" y="5986"/>
                </a:lnTo>
                <a:lnTo>
                  <a:pt x="11315" y="6302"/>
                </a:lnTo>
                <a:lnTo>
                  <a:pt x="11315" y="6643"/>
                </a:lnTo>
                <a:lnTo>
                  <a:pt x="11266" y="6959"/>
                </a:lnTo>
                <a:lnTo>
                  <a:pt x="11217" y="7300"/>
                </a:lnTo>
                <a:lnTo>
                  <a:pt x="11144" y="7616"/>
                </a:lnTo>
                <a:lnTo>
                  <a:pt x="11047" y="7932"/>
                </a:lnTo>
                <a:lnTo>
                  <a:pt x="10925" y="8249"/>
                </a:lnTo>
                <a:lnTo>
                  <a:pt x="10780" y="8565"/>
                </a:lnTo>
                <a:lnTo>
                  <a:pt x="10634" y="8857"/>
                </a:lnTo>
                <a:lnTo>
                  <a:pt x="10439" y="9173"/>
                </a:lnTo>
                <a:lnTo>
                  <a:pt x="10220" y="9490"/>
                </a:lnTo>
                <a:lnTo>
                  <a:pt x="9977" y="9757"/>
                </a:lnTo>
                <a:lnTo>
                  <a:pt x="9733" y="10025"/>
                </a:lnTo>
                <a:lnTo>
                  <a:pt x="9441" y="10268"/>
                </a:lnTo>
                <a:lnTo>
                  <a:pt x="9149" y="10487"/>
                </a:lnTo>
                <a:lnTo>
                  <a:pt x="8857" y="10682"/>
                </a:lnTo>
                <a:lnTo>
                  <a:pt x="8541" y="10852"/>
                </a:lnTo>
                <a:lnTo>
                  <a:pt x="8200" y="10998"/>
                </a:lnTo>
                <a:lnTo>
                  <a:pt x="7860" y="11120"/>
                </a:lnTo>
                <a:lnTo>
                  <a:pt x="7519" y="11193"/>
                </a:lnTo>
                <a:lnTo>
                  <a:pt x="7154" y="11242"/>
                </a:lnTo>
                <a:lnTo>
                  <a:pt x="6789" y="11266"/>
                </a:lnTo>
                <a:lnTo>
                  <a:pt x="6424" y="11242"/>
                </a:lnTo>
                <a:lnTo>
                  <a:pt x="6059" y="11193"/>
                </a:lnTo>
                <a:lnTo>
                  <a:pt x="5670" y="11096"/>
                </a:lnTo>
                <a:lnTo>
                  <a:pt x="5353" y="10998"/>
                </a:lnTo>
                <a:lnTo>
                  <a:pt x="5037" y="10877"/>
                </a:lnTo>
                <a:lnTo>
                  <a:pt x="4721" y="10731"/>
                </a:lnTo>
                <a:lnTo>
                  <a:pt x="4404" y="10560"/>
                </a:lnTo>
                <a:lnTo>
                  <a:pt x="4112" y="10390"/>
                </a:lnTo>
                <a:lnTo>
                  <a:pt x="3820" y="10171"/>
                </a:lnTo>
                <a:lnTo>
                  <a:pt x="3553" y="9952"/>
                </a:lnTo>
                <a:lnTo>
                  <a:pt x="3285" y="9733"/>
                </a:lnTo>
                <a:lnTo>
                  <a:pt x="3042" y="9490"/>
                </a:lnTo>
                <a:lnTo>
                  <a:pt x="2823" y="9222"/>
                </a:lnTo>
                <a:lnTo>
                  <a:pt x="2628" y="8930"/>
                </a:lnTo>
                <a:lnTo>
                  <a:pt x="2434" y="8638"/>
                </a:lnTo>
                <a:lnTo>
                  <a:pt x="2288" y="8346"/>
                </a:lnTo>
                <a:lnTo>
                  <a:pt x="2142" y="8030"/>
                </a:lnTo>
                <a:lnTo>
                  <a:pt x="2044" y="7689"/>
                </a:lnTo>
                <a:lnTo>
                  <a:pt x="1971" y="7349"/>
                </a:lnTo>
                <a:lnTo>
                  <a:pt x="1947" y="7057"/>
                </a:lnTo>
                <a:lnTo>
                  <a:pt x="1923" y="6765"/>
                </a:lnTo>
                <a:lnTo>
                  <a:pt x="1923" y="6497"/>
                </a:lnTo>
                <a:lnTo>
                  <a:pt x="1947" y="6205"/>
                </a:lnTo>
                <a:lnTo>
                  <a:pt x="1996" y="5937"/>
                </a:lnTo>
                <a:lnTo>
                  <a:pt x="2044" y="5670"/>
                </a:lnTo>
                <a:lnTo>
                  <a:pt x="2142" y="5402"/>
                </a:lnTo>
                <a:lnTo>
                  <a:pt x="2239" y="5159"/>
                </a:lnTo>
                <a:lnTo>
                  <a:pt x="2336" y="4915"/>
                </a:lnTo>
                <a:lnTo>
                  <a:pt x="2482" y="4672"/>
                </a:lnTo>
                <a:lnTo>
                  <a:pt x="2628" y="4429"/>
                </a:lnTo>
                <a:lnTo>
                  <a:pt x="2774" y="4210"/>
                </a:lnTo>
                <a:lnTo>
                  <a:pt x="2944" y="3991"/>
                </a:lnTo>
                <a:lnTo>
                  <a:pt x="3139" y="3772"/>
                </a:lnTo>
                <a:lnTo>
                  <a:pt x="3528" y="3382"/>
                </a:lnTo>
                <a:lnTo>
                  <a:pt x="3966" y="3017"/>
                </a:lnTo>
                <a:lnTo>
                  <a:pt x="4404" y="2701"/>
                </a:lnTo>
                <a:lnTo>
                  <a:pt x="4891" y="2409"/>
                </a:lnTo>
                <a:lnTo>
                  <a:pt x="5134" y="2287"/>
                </a:lnTo>
                <a:lnTo>
                  <a:pt x="5378" y="2166"/>
                </a:lnTo>
                <a:lnTo>
                  <a:pt x="5645" y="2117"/>
                </a:lnTo>
                <a:lnTo>
                  <a:pt x="6035" y="2068"/>
                </a:lnTo>
                <a:lnTo>
                  <a:pt x="6716" y="1995"/>
                </a:lnTo>
                <a:lnTo>
                  <a:pt x="7300" y="1995"/>
                </a:lnTo>
                <a:lnTo>
                  <a:pt x="7324" y="1971"/>
                </a:lnTo>
                <a:close/>
                <a:moveTo>
                  <a:pt x="6935" y="1533"/>
                </a:moveTo>
                <a:lnTo>
                  <a:pt x="6497" y="1582"/>
                </a:lnTo>
                <a:lnTo>
                  <a:pt x="6083" y="1679"/>
                </a:lnTo>
                <a:lnTo>
                  <a:pt x="5864" y="1703"/>
                </a:lnTo>
                <a:lnTo>
                  <a:pt x="5621" y="1752"/>
                </a:lnTo>
                <a:lnTo>
                  <a:pt x="5353" y="1825"/>
                </a:lnTo>
                <a:lnTo>
                  <a:pt x="5110" y="1922"/>
                </a:lnTo>
                <a:lnTo>
                  <a:pt x="4842" y="2044"/>
                </a:lnTo>
                <a:lnTo>
                  <a:pt x="4599" y="2166"/>
                </a:lnTo>
                <a:lnTo>
                  <a:pt x="4112" y="2458"/>
                </a:lnTo>
                <a:lnTo>
                  <a:pt x="3650" y="2774"/>
                </a:lnTo>
                <a:lnTo>
                  <a:pt x="3212" y="3115"/>
                </a:lnTo>
                <a:lnTo>
                  <a:pt x="2823" y="3504"/>
                </a:lnTo>
                <a:lnTo>
                  <a:pt x="2458" y="3918"/>
                </a:lnTo>
                <a:lnTo>
                  <a:pt x="2312" y="4161"/>
                </a:lnTo>
                <a:lnTo>
                  <a:pt x="2166" y="4380"/>
                </a:lnTo>
                <a:lnTo>
                  <a:pt x="2020" y="4623"/>
                </a:lnTo>
                <a:lnTo>
                  <a:pt x="1923" y="4867"/>
                </a:lnTo>
                <a:lnTo>
                  <a:pt x="1801" y="5110"/>
                </a:lnTo>
                <a:lnTo>
                  <a:pt x="1728" y="5378"/>
                </a:lnTo>
                <a:lnTo>
                  <a:pt x="1631" y="5645"/>
                </a:lnTo>
                <a:lnTo>
                  <a:pt x="1582" y="5913"/>
                </a:lnTo>
                <a:lnTo>
                  <a:pt x="1533" y="6181"/>
                </a:lnTo>
                <a:lnTo>
                  <a:pt x="1509" y="6473"/>
                </a:lnTo>
                <a:lnTo>
                  <a:pt x="1509" y="6765"/>
                </a:lnTo>
                <a:lnTo>
                  <a:pt x="1509" y="7057"/>
                </a:lnTo>
                <a:lnTo>
                  <a:pt x="1558" y="7349"/>
                </a:lnTo>
                <a:lnTo>
                  <a:pt x="1606" y="7640"/>
                </a:lnTo>
                <a:lnTo>
                  <a:pt x="1679" y="7932"/>
                </a:lnTo>
                <a:lnTo>
                  <a:pt x="1752" y="8224"/>
                </a:lnTo>
                <a:lnTo>
                  <a:pt x="1874" y="8492"/>
                </a:lnTo>
                <a:lnTo>
                  <a:pt x="1996" y="8760"/>
                </a:lnTo>
                <a:lnTo>
                  <a:pt x="2142" y="9027"/>
                </a:lnTo>
                <a:lnTo>
                  <a:pt x="2312" y="9295"/>
                </a:lnTo>
                <a:lnTo>
                  <a:pt x="2507" y="9538"/>
                </a:lnTo>
                <a:lnTo>
                  <a:pt x="2726" y="9782"/>
                </a:lnTo>
                <a:lnTo>
                  <a:pt x="2944" y="10001"/>
                </a:lnTo>
                <a:lnTo>
                  <a:pt x="3188" y="10195"/>
                </a:lnTo>
                <a:lnTo>
                  <a:pt x="3699" y="10585"/>
                </a:lnTo>
                <a:lnTo>
                  <a:pt x="3991" y="10779"/>
                </a:lnTo>
                <a:lnTo>
                  <a:pt x="4283" y="10950"/>
                </a:lnTo>
                <a:lnTo>
                  <a:pt x="4599" y="11120"/>
                </a:lnTo>
                <a:lnTo>
                  <a:pt x="4915" y="11266"/>
                </a:lnTo>
                <a:lnTo>
                  <a:pt x="5232" y="11412"/>
                </a:lnTo>
                <a:lnTo>
                  <a:pt x="5572" y="11509"/>
                </a:lnTo>
                <a:lnTo>
                  <a:pt x="5889" y="11607"/>
                </a:lnTo>
                <a:lnTo>
                  <a:pt x="6254" y="11680"/>
                </a:lnTo>
                <a:lnTo>
                  <a:pt x="6594" y="11704"/>
                </a:lnTo>
                <a:lnTo>
                  <a:pt x="6959" y="11728"/>
                </a:lnTo>
                <a:lnTo>
                  <a:pt x="7300" y="11680"/>
                </a:lnTo>
                <a:lnTo>
                  <a:pt x="7641" y="11631"/>
                </a:lnTo>
                <a:lnTo>
                  <a:pt x="7981" y="11534"/>
                </a:lnTo>
                <a:lnTo>
                  <a:pt x="8322" y="11436"/>
                </a:lnTo>
                <a:lnTo>
                  <a:pt x="8638" y="11290"/>
                </a:lnTo>
                <a:lnTo>
                  <a:pt x="8955" y="11120"/>
                </a:lnTo>
                <a:lnTo>
                  <a:pt x="9344" y="10877"/>
                </a:lnTo>
                <a:lnTo>
                  <a:pt x="9733" y="10609"/>
                </a:lnTo>
                <a:lnTo>
                  <a:pt x="10074" y="10293"/>
                </a:lnTo>
                <a:lnTo>
                  <a:pt x="10390" y="9976"/>
                </a:lnTo>
                <a:lnTo>
                  <a:pt x="10658" y="9611"/>
                </a:lnTo>
                <a:lnTo>
                  <a:pt x="10925" y="9222"/>
                </a:lnTo>
                <a:lnTo>
                  <a:pt x="11144" y="8808"/>
                </a:lnTo>
                <a:lnTo>
                  <a:pt x="11339" y="8395"/>
                </a:lnTo>
                <a:lnTo>
                  <a:pt x="11509" y="7957"/>
                </a:lnTo>
                <a:lnTo>
                  <a:pt x="11631" y="7519"/>
                </a:lnTo>
                <a:lnTo>
                  <a:pt x="11704" y="7081"/>
                </a:lnTo>
                <a:lnTo>
                  <a:pt x="11753" y="6619"/>
                </a:lnTo>
                <a:lnTo>
                  <a:pt x="11753" y="6156"/>
                </a:lnTo>
                <a:lnTo>
                  <a:pt x="11728" y="5694"/>
                </a:lnTo>
                <a:lnTo>
                  <a:pt x="11655" y="5256"/>
                </a:lnTo>
                <a:lnTo>
                  <a:pt x="11534" y="4794"/>
                </a:lnTo>
                <a:lnTo>
                  <a:pt x="11363" y="4404"/>
                </a:lnTo>
                <a:lnTo>
                  <a:pt x="11169" y="4015"/>
                </a:lnTo>
                <a:lnTo>
                  <a:pt x="10950" y="3650"/>
                </a:lnTo>
                <a:lnTo>
                  <a:pt x="10682" y="3285"/>
                </a:lnTo>
                <a:lnTo>
                  <a:pt x="10390" y="2969"/>
                </a:lnTo>
                <a:lnTo>
                  <a:pt x="10074" y="2677"/>
                </a:lnTo>
                <a:lnTo>
                  <a:pt x="9733" y="2409"/>
                </a:lnTo>
                <a:lnTo>
                  <a:pt x="9393" y="2166"/>
                </a:lnTo>
                <a:lnTo>
                  <a:pt x="9003" y="1971"/>
                </a:lnTo>
                <a:lnTo>
                  <a:pt x="8614" y="1801"/>
                </a:lnTo>
                <a:lnTo>
                  <a:pt x="8200" y="1655"/>
                </a:lnTo>
                <a:lnTo>
                  <a:pt x="7787" y="1582"/>
                </a:lnTo>
                <a:lnTo>
                  <a:pt x="7349" y="1533"/>
                </a:lnTo>
                <a:close/>
                <a:moveTo>
                  <a:pt x="12118" y="11558"/>
                </a:moveTo>
                <a:lnTo>
                  <a:pt x="12142" y="11582"/>
                </a:lnTo>
                <a:lnTo>
                  <a:pt x="11972" y="11777"/>
                </a:lnTo>
                <a:lnTo>
                  <a:pt x="12093" y="11631"/>
                </a:lnTo>
                <a:lnTo>
                  <a:pt x="12118" y="11558"/>
                </a:lnTo>
                <a:close/>
                <a:moveTo>
                  <a:pt x="6789" y="584"/>
                </a:moveTo>
                <a:lnTo>
                  <a:pt x="7154" y="608"/>
                </a:lnTo>
                <a:lnTo>
                  <a:pt x="7519" y="657"/>
                </a:lnTo>
                <a:lnTo>
                  <a:pt x="7884" y="706"/>
                </a:lnTo>
                <a:lnTo>
                  <a:pt x="8225" y="803"/>
                </a:lnTo>
                <a:lnTo>
                  <a:pt x="8565" y="900"/>
                </a:lnTo>
                <a:lnTo>
                  <a:pt x="8906" y="1022"/>
                </a:lnTo>
                <a:lnTo>
                  <a:pt x="9247" y="1144"/>
                </a:lnTo>
                <a:lnTo>
                  <a:pt x="9563" y="1314"/>
                </a:lnTo>
                <a:lnTo>
                  <a:pt x="9879" y="1484"/>
                </a:lnTo>
                <a:lnTo>
                  <a:pt x="10171" y="1679"/>
                </a:lnTo>
                <a:lnTo>
                  <a:pt x="10439" y="1874"/>
                </a:lnTo>
                <a:lnTo>
                  <a:pt x="10707" y="2093"/>
                </a:lnTo>
                <a:lnTo>
                  <a:pt x="10950" y="2312"/>
                </a:lnTo>
                <a:lnTo>
                  <a:pt x="11193" y="2555"/>
                </a:lnTo>
                <a:lnTo>
                  <a:pt x="11485" y="2896"/>
                </a:lnTo>
                <a:lnTo>
                  <a:pt x="11753" y="3261"/>
                </a:lnTo>
                <a:lnTo>
                  <a:pt x="11996" y="3626"/>
                </a:lnTo>
                <a:lnTo>
                  <a:pt x="12191" y="4015"/>
                </a:lnTo>
                <a:lnTo>
                  <a:pt x="12361" y="4404"/>
                </a:lnTo>
                <a:lnTo>
                  <a:pt x="12507" y="4818"/>
                </a:lnTo>
                <a:lnTo>
                  <a:pt x="12629" y="5232"/>
                </a:lnTo>
                <a:lnTo>
                  <a:pt x="12702" y="5645"/>
                </a:lnTo>
                <a:lnTo>
                  <a:pt x="12750" y="6059"/>
                </a:lnTo>
                <a:lnTo>
                  <a:pt x="12775" y="6473"/>
                </a:lnTo>
                <a:lnTo>
                  <a:pt x="12775" y="6911"/>
                </a:lnTo>
                <a:lnTo>
                  <a:pt x="12726" y="7324"/>
                </a:lnTo>
                <a:lnTo>
                  <a:pt x="12653" y="7762"/>
                </a:lnTo>
                <a:lnTo>
                  <a:pt x="12556" y="8176"/>
                </a:lnTo>
                <a:lnTo>
                  <a:pt x="12434" y="8589"/>
                </a:lnTo>
                <a:lnTo>
                  <a:pt x="12264" y="9003"/>
                </a:lnTo>
                <a:lnTo>
                  <a:pt x="12045" y="9465"/>
                </a:lnTo>
                <a:lnTo>
                  <a:pt x="11801" y="9903"/>
                </a:lnTo>
                <a:lnTo>
                  <a:pt x="11534" y="10293"/>
                </a:lnTo>
                <a:lnTo>
                  <a:pt x="11217" y="10682"/>
                </a:lnTo>
                <a:lnTo>
                  <a:pt x="10901" y="11047"/>
                </a:lnTo>
                <a:lnTo>
                  <a:pt x="10536" y="11388"/>
                </a:lnTo>
                <a:lnTo>
                  <a:pt x="10171" y="11680"/>
                </a:lnTo>
                <a:lnTo>
                  <a:pt x="9782" y="11947"/>
                </a:lnTo>
                <a:lnTo>
                  <a:pt x="9368" y="12191"/>
                </a:lnTo>
                <a:lnTo>
                  <a:pt x="8930" y="12385"/>
                </a:lnTo>
                <a:lnTo>
                  <a:pt x="8468" y="12556"/>
                </a:lnTo>
                <a:lnTo>
                  <a:pt x="8006" y="12677"/>
                </a:lnTo>
                <a:lnTo>
                  <a:pt x="7543" y="12750"/>
                </a:lnTo>
                <a:lnTo>
                  <a:pt x="7032" y="12775"/>
                </a:lnTo>
                <a:lnTo>
                  <a:pt x="6546" y="12775"/>
                </a:lnTo>
                <a:lnTo>
                  <a:pt x="6035" y="12702"/>
                </a:lnTo>
                <a:lnTo>
                  <a:pt x="5597" y="12604"/>
                </a:lnTo>
                <a:lnTo>
                  <a:pt x="5159" y="12483"/>
                </a:lnTo>
                <a:lnTo>
                  <a:pt x="4721" y="12337"/>
                </a:lnTo>
                <a:lnTo>
                  <a:pt x="4307" y="12166"/>
                </a:lnTo>
                <a:lnTo>
                  <a:pt x="3893" y="11947"/>
                </a:lnTo>
                <a:lnTo>
                  <a:pt x="3504" y="11728"/>
                </a:lnTo>
                <a:lnTo>
                  <a:pt x="3115" y="11485"/>
                </a:lnTo>
                <a:lnTo>
                  <a:pt x="2774" y="11193"/>
                </a:lnTo>
                <a:lnTo>
                  <a:pt x="2434" y="10901"/>
                </a:lnTo>
                <a:lnTo>
                  <a:pt x="2117" y="10560"/>
                </a:lnTo>
                <a:lnTo>
                  <a:pt x="1825" y="10220"/>
                </a:lnTo>
                <a:lnTo>
                  <a:pt x="1558" y="9855"/>
                </a:lnTo>
                <a:lnTo>
                  <a:pt x="1314" y="9465"/>
                </a:lnTo>
                <a:lnTo>
                  <a:pt x="1095" y="9052"/>
                </a:lnTo>
                <a:lnTo>
                  <a:pt x="925" y="8638"/>
                </a:lnTo>
                <a:lnTo>
                  <a:pt x="779" y="8200"/>
                </a:lnTo>
                <a:lnTo>
                  <a:pt x="682" y="7811"/>
                </a:lnTo>
                <a:lnTo>
                  <a:pt x="609" y="7446"/>
                </a:lnTo>
                <a:lnTo>
                  <a:pt x="560" y="7081"/>
                </a:lnTo>
                <a:lnTo>
                  <a:pt x="560" y="6716"/>
                </a:lnTo>
                <a:lnTo>
                  <a:pt x="560" y="6351"/>
                </a:lnTo>
                <a:lnTo>
                  <a:pt x="584" y="5986"/>
                </a:lnTo>
                <a:lnTo>
                  <a:pt x="633" y="5645"/>
                </a:lnTo>
                <a:lnTo>
                  <a:pt x="706" y="5305"/>
                </a:lnTo>
                <a:lnTo>
                  <a:pt x="803" y="4964"/>
                </a:lnTo>
                <a:lnTo>
                  <a:pt x="925" y="4648"/>
                </a:lnTo>
                <a:lnTo>
                  <a:pt x="1047" y="4307"/>
                </a:lnTo>
                <a:lnTo>
                  <a:pt x="1217" y="3991"/>
                </a:lnTo>
                <a:lnTo>
                  <a:pt x="1387" y="3674"/>
                </a:lnTo>
                <a:lnTo>
                  <a:pt x="1606" y="3382"/>
                </a:lnTo>
                <a:lnTo>
                  <a:pt x="1825" y="3090"/>
                </a:lnTo>
                <a:lnTo>
                  <a:pt x="2069" y="2798"/>
                </a:lnTo>
                <a:lnTo>
                  <a:pt x="2361" y="2506"/>
                </a:lnTo>
                <a:lnTo>
                  <a:pt x="2726" y="2190"/>
                </a:lnTo>
                <a:lnTo>
                  <a:pt x="3163" y="1849"/>
                </a:lnTo>
                <a:lnTo>
                  <a:pt x="3674" y="1509"/>
                </a:lnTo>
                <a:lnTo>
                  <a:pt x="4210" y="1217"/>
                </a:lnTo>
                <a:lnTo>
                  <a:pt x="4502" y="1071"/>
                </a:lnTo>
                <a:lnTo>
                  <a:pt x="4794" y="949"/>
                </a:lnTo>
                <a:lnTo>
                  <a:pt x="5110" y="852"/>
                </a:lnTo>
                <a:lnTo>
                  <a:pt x="5402" y="754"/>
                </a:lnTo>
                <a:lnTo>
                  <a:pt x="5718" y="681"/>
                </a:lnTo>
                <a:lnTo>
                  <a:pt x="6035" y="633"/>
                </a:lnTo>
                <a:lnTo>
                  <a:pt x="6400" y="608"/>
                </a:lnTo>
                <a:lnTo>
                  <a:pt x="6789" y="584"/>
                </a:lnTo>
                <a:close/>
                <a:moveTo>
                  <a:pt x="11704" y="10998"/>
                </a:moveTo>
                <a:lnTo>
                  <a:pt x="11923" y="11315"/>
                </a:lnTo>
                <a:lnTo>
                  <a:pt x="11874" y="11339"/>
                </a:lnTo>
                <a:lnTo>
                  <a:pt x="11850" y="11363"/>
                </a:lnTo>
                <a:lnTo>
                  <a:pt x="11607" y="11607"/>
                </a:lnTo>
                <a:lnTo>
                  <a:pt x="11339" y="11826"/>
                </a:lnTo>
                <a:lnTo>
                  <a:pt x="11071" y="11996"/>
                </a:lnTo>
                <a:lnTo>
                  <a:pt x="10950" y="12093"/>
                </a:lnTo>
                <a:lnTo>
                  <a:pt x="10925" y="12166"/>
                </a:lnTo>
                <a:lnTo>
                  <a:pt x="10901" y="12239"/>
                </a:lnTo>
                <a:lnTo>
                  <a:pt x="10901" y="12264"/>
                </a:lnTo>
                <a:lnTo>
                  <a:pt x="10974" y="12288"/>
                </a:lnTo>
                <a:lnTo>
                  <a:pt x="11047" y="12288"/>
                </a:lnTo>
                <a:lnTo>
                  <a:pt x="11217" y="12264"/>
                </a:lnTo>
                <a:lnTo>
                  <a:pt x="11363" y="12191"/>
                </a:lnTo>
                <a:lnTo>
                  <a:pt x="11509" y="12093"/>
                </a:lnTo>
                <a:lnTo>
                  <a:pt x="11826" y="11899"/>
                </a:lnTo>
                <a:lnTo>
                  <a:pt x="11972" y="11777"/>
                </a:lnTo>
                <a:lnTo>
                  <a:pt x="11850" y="11899"/>
                </a:lnTo>
                <a:lnTo>
                  <a:pt x="11728" y="11996"/>
                </a:lnTo>
                <a:lnTo>
                  <a:pt x="11485" y="12191"/>
                </a:lnTo>
                <a:lnTo>
                  <a:pt x="11363" y="12288"/>
                </a:lnTo>
                <a:lnTo>
                  <a:pt x="11339" y="12361"/>
                </a:lnTo>
                <a:lnTo>
                  <a:pt x="11339" y="12434"/>
                </a:lnTo>
                <a:lnTo>
                  <a:pt x="11363" y="12483"/>
                </a:lnTo>
                <a:lnTo>
                  <a:pt x="11412" y="12531"/>
                </a:lnTo>
                <a:lnTo>
                  <a:pt x="11485" y="12556"/>
                </a:lnTo>
                <a:lnTo>
                  <a:pt x="11558" y="12531"/>
                </a:lnTo>
                <a:lnTo>
                  <a:pt x="11728" y="12483"/>
                </a:lnTo>
                <a:lnTo>
                  <a:pt x="11874" y="12385"/>
                </a:lnTo>
                <a:lnTo>
                  <a:pt x="12020" y="12288"/>
                </a:lnTo>
                <a:lnTo>
                  <a:pt x="12239" y="12118"/>
                </a:lnTo>
                <a:lnTo>
                  <a:pt x="12361" y="12020"/>
                </a:lnTo>
                <a:lnTo>
                  <a:pt x="12434" y="11899"/>
                </a:lnTo>
                <a:lnTo>
                  <a:pt x="12507" y="11947"/>
                </a:lnTo>
                <a:lnTo>
                  <a:pt x="12288" y="12142"/>
                </a:lnTo>
                <a:lnTo>
                  <a:pt x="12069" y="12337"/>
                </a:lnTo>
                <a:lnTo>
                  <a:pt x="11826" y="12556"/>
                </a:lnTo>
                <a:lnTo>
                  <a:pt x="11728" y="12677"/>
                </a:lnTo>
                <a:lnTo>
                  <a:pt x="11655" y="12823"/>
                </a:lnTo>
                <a:lnTo>
                  <a:pt x="11631" y="12896"/>
                </a:lnTo>
                <a:lnTo>
                  <a:pt x="11680" y="12969"/>
                </a:lnTo>
                <a:lnTo>
                  <a:pt x="11753" y="12994"/>
                </a:lnTo>
                <a:lnTo>
                  <a:pt x="11826" y="12994"/>
                </a:lnTo>
                <a:lnTo>
                  <a:pt x="11972" y="12945"/>
                </a:lnTo>
                <a:lnTo>
                  <a:pt x="12118" y="12848"/>
                </a:lnTo>
                <a:lnTo>
                  <a:pt x="12385" y="12629"/>
                </a:lnTo>
                <a:lnTo>
                  <a:pt x="12604" y="12458"/>
                </a:lnTo>
                <a:lnTo>
                  <a:pt x="12823" y="12264"/>
                </a:lnTo>
                <a:lnTo>
                  <a:pt x="12872" y="12312"/>
                </a:lnTo>
                <a:lnTo>
                  <a:pt x="12604" y="12702"/>
                </a:lnTo>
                <a:lnTo>
                  <a:pt x="12483" y="12848"/>
                </a:lnTo>
                <a:lnTo>
                  <a:pt x="12361" y="12969"/>
                </a:lnTo>
                <a:lnTo>
                  <a:pt x="12215" y="13067"/>
                </a:lnTo>
                <a:lnTo>
                  <a:pt x="12093" y="13213"/>
                </a:lnTo>
                <a:lnTo>
                  <a:pt x="12093" y="13261"/>
                </a:lnTo>
                <a:lnTo>
                  <a:pt x="12093" y="13310"/>
                </a:lnTo>
                <a:lnTo>
                  <a:pt x="12118" y="13334"/>
                </a:lnTo>
                <a:lnTo>
                  <a:pt x="12166" y="13359"/>
                </a:lnTo>
                <a:lnTo>
                  <a:pt x="12312" y="13359"/>
                </a:lnTo>
                <a:lnTo>
                  <a:pt x="12458" y="13334"/>
                </a:lnTo>
                <a:lnTo>
                  <a:pt x="12604" y="13261"/>
                </a:lnTo>
                <a:lnTo>
                  <a:pt x="12750" y="13140"/>
                </a:lnTo>
                <a:lnTo>
                  <a:pt x="12896" y="13042"/>
                </a:lnTo>
                <a:lnTo>
                  <a:pt x="12994" y="12896"/>
                </a:lnTo>
                <a:lnTo>
                  <a:pt x="13115" y="12750"/>
                </a:lnTo>
                <a:lnTo>
                  <a:pt x="13188" y="12604"/>
                </a:lnTo>
                <a:lnTo>
                  <a:pt x="13505" y="12872"/>
                </a:lnTo>
                <a:lnTo>
                  <a:pt x="13407" y="12945"/>
                </a:lnTo>
                <a:lnTo>
                  <a:pt x="13310" y="13018"/>
                </a:lnTo>
                <a:lnTo>
                  <a:pt x="13115" y="13213"/>
                </a:lnTo>
                <a:lnTo>
                  <a:pt x="12896" y="13359"/>
                </a:lnTo>
                <a:lnTo>
                  <a:pt x="12677" y="13529"/>
                </a:lnTo>
                <a:lnTo>
                  <a:pt x="12653" y="13553"/>
                </a:lnTo>
                <a:lnTo>
                  <a:pt x="12629" y="13602"/>
                </a:lnTo>
                <a:lnTo>
                  <a:pt x="12653" y="13651"/>
                </a:lnTo>
                <a:lnTo>
                  <a:pt x="12677" y="13699"/>
                </a:lnTo>
                <a:lnTo>
                  <a:pt x="12750" y="13724"/>
                </a:lnTo>
                <a:lnTo>
                  <a:pt x="12848" y="13748"/>
                </a:lnTo>
                <a:lnTo>
                  <a:pt x="12921" y="13748"/>
                </a:lnTo>
                <a:lnTo>
                  <a:pt x="12994" y="13724"/>
                </a:lnTo>
                <a:lnTo>
                  <a:pt x="13140" y="13651"/>
                </a:lnTo>
                <a:lnTo>
                  <a:pt x="13286" y="13578"/>
                </a:lnTo>
                <a:lnTo>
                  <a:pt x="13407" y="13480"/>
                </a:lnTo>
                <a:lnTo>
                  <a:pt x="13553" y="13383"/>
                </a:lnTo>
                <a:lnTo>
                  <a:pt x="13675" y="13237"/>
                </a:lnTo>
                <a:lnTo>
                  <a:pt x="13724" y="13164"/>
                </a:lnTo>
                <a:lnTo>
                  <a:pt x="13748" y="13091"/>
                </a:lnTo>
                <a:lnTo>
                  <a:pt x="13943" y="13286"/>
                </a:lnTo>
                <a:lnTo>
                  <a:pt x="13918" y="13286"/>
                </a:lnTo>
                <a:lnTo>
                  <a:pt x="13772" y="13383"/>
                </a:lnTo>
                <a:lnTo>
                  <a:pt x="13675" y="13505"/>
                </a:lnTo>
                <a:lnTo>
                  <a:pt x="13456" y="13748"/>
                </a:lnTo>
                <a:lnTo>
                  <a:pt x="13237" y="13967"/>
                </a:lnTo>
                <a:lnTo>
                  <a:pt x="13140" y="14064"/>
                </a:lnTo>
                <a:lnTo>
                  <a:pt x="13067" y="14210"/>
                </a:lnTo>
                <a:lnTo>
                  <a:pt x="13042" y="14235"/>
                </a:lnTo>
                <a:lnTo>
                  <a:pt x="13067" y="14259"/>
                </a:lnTo>
                <a:lnTo>
                  <a:pt x="13067" y="14308"/>
                </a:lnTo>
                <a:lnTo>
                  <a:pt x="13115" y="14308"/>
                </a:lnTo>
                <a:lnTo>
                  <a:pt x="13261" y="14259"/>
                </a:lnTo>
                <a:lnTo>
                  <a:pt x="13407" y="14210"/>
                </a:lnTo>
                <a:lnTo>
                  <a:pt x="13651" y="14040"/>
                </a:lnTo>
                <a:lnTo>
                  <a:pt x="13797" y="13918"/>
                </a:lnTo>
                <a:lnTo>
                  <a:pt x="13943" y="13797"/>
                </a:lnTo>
                <a:lnTo>
                  <a:pt x="14064" y="13626"/>
                </a:lnTo>
                <a:lnTo>
                  <a:pt x="14137" y="13480"/>
                </a:lnTo>
                <a:lnTo>
                  <a:pt x="14332" y="13675"/>
                </a:lnTo>
                <a:lnTo>
                  <a:pt x="14186" y="13918"/>
                </a:lnTo>
                <a:lnTo>
                  <a:pt x="14089" y="14040"/>
                </a:lnTo>
                <a:lnTo>
                  <a:pt x="13991" y="14137"/>
                </a:lnTo>
                <a:lnTo>
                  <a:pt x="13870" y="14235"/>
                </a:lnTo>
                <a:lnTo>
                  <a:pt x="13748" y="14308"/>
                </a:lnTo>
                <a:lnTo>
                  <a:pt x="13626" y="14381"/>
                </a:lnTo>
                <a:lnTo>
                  <a:pt x="13505" y="14454"/>
                </a:lnTo>
                <a:lnTo>
                  <a:pt x="13505" y="14502"/>
                </a:lnTo>
                <a:lnTo>
                  <a:pt x="13480" y="14527"/>
                </a:lnTo>
                <a:lnTo>
                  <a:pt x="13505" y="14600"/>
                </a:lnTo>
                <a:lnTo>
                  <a:pt x="13602" y="14648"/>
                </a:lnTo>
                <a:lnTo>
                  <a:pt x="13675" y="14673"/>
                </a:lnTo>
                <a:lnTo>
                  <a:pt x="13772" y="14673"/>
                </a:lnTo>
                <a:lnTo>
                  <a:pt x="13894" y="14648"/>
                </a:lnTo>
                <a:lnTo>
                  <a:pt x="14089" y="14551"/>
                </a:lnTo>
                <a:lnTo>
                  <a:pt x="14235" y="14454"/>
                </a:lnTo>
                <a:lnTo>
                  <a:pt x="14356" y="14356"/>
                </a:lnTo>
                <a:lnTo>
                  <a:pt x="14454" y="14235"/>
                </a:lnTo>
                <a:lnTo>
                  <a:pt x="14575" y="14113"/>
                </a:lnTo>
                <a:lnTo>
                  <a:pt x="14648" y="13967"/>
                </a:lnTo>
                <a:lnTo>
                  <a:pt x="14867" y="14210"/>
                </a:lnTo>
                <a:lnTo>
                  <a:pt x="14843" y="14210"/>
                </a:lnTo>
                <a:lnTo>
                  <a:pt x="14721" y="14259"/>
                </a:lnTo>
                <a:lnTo>
                  <a:pt x="14624" y="14332"/>
                </a:lnTo>
                <a:lnTo>
                  <a:pt x="14454" y="14527"/>
                </a:lnTo>
                <a:lnTo>
                  <a:pt x="14235" y="14746"/>
                </a:lnTo>
                <a:lnTo>
                  <a:pt x="14113" y="14867"/>
                </a:lnTo>
                <a:lnTo>
                  <a:pt x="13991" y="14940"/>
                </a:lnTo>
                <a:lnTo>
                  <a:pt x="13967" y="14989"/>
                </a:lnTo>
                <a:lnTo>
                  <a:pt x="13967" y="15038"/>
                </a:lnTo>
                <a:lnTo>
                  <a:pt x="14016" y="15086"/>
                </a:lnTo>
                <a:lnTo>
                  <a:pt x="14064" y="15086"/>
                </a:lnTo>
                <a:lnTo>
                  <a:pt x="14356" y="15013"/>
                </a:lnTo>
                <a:lnTo>
                  <a:pt x="14478" y="14940"/>
                </a:lnTo>
                <a:lnTo>
                  <a:pt x="14624" y="14867"/>
                </a:lnTo>
                <a:lnTo>
                  <a:pt x="14867" y="14648"/>
                </a:lnTo>
                <a:lnTo>
                  <a:pt x="14965" y="14527"/>
                </a:lnTo>
                <a:lnTo>
                  <a:pt x="15038" y="14405"/>
                </a:lnTo>
                <a:lnTo>
                  <a:pt x="15038" y="14381"/>
                </a:lnTo>
                <a:lnTo>
                  <a:pt x="15330" y="14673"/>
                </a:lnTo>
                <a:lnTo>
                  <a:pt x="15111" y="14867"/>
                </a:lnTo>
                <a:lnTo>
                  <a:pt x="14892" y="15062"/>
                </a:lnTo>
                <a:lnTo>
                  <a:pt x="14648" y="15232"/>
                </a:lnTo>
                <a:lnTo>
                  <a:pt x="14527" y="15330"/>
                </a:lnTo>
                <a:lnTo>
                  <a:pt x="14429" y="15427"/>
                </a:lnTo>
                <a:lnTo>
                  <a:pt x="14405" y="15451"/>
                </a:lnTo>
                <a:lnTo>
                  <a:pt x="14405" y="15500"/>
                </a:lnTo>
                <a:lnTo>
                  <a:pt x="14429" y="15524"/>
                </a:lnTo>
                <a:lnTo>
                  <a:pt x="14454" y="15549"/>
                </a:lnTo>
                <a:lnTo>
                  <a:pt x="14624" y="15573"/>
                </a:lnTo>
                <a:lnTo>
                  <a:pt x="14770" y="15549"/>
                </a:lnTo>
                <a:lnTo>
                  <a:pt x="14940" y="15476"/>
                </a:lnTo>
                <a:lnTo>
                  <a:pt x="15086" y="15378"/>
                </a:lnTo>
                <a:lnTo>
                  <a:pt x="15232" y="15281"/>
                </a:lnTo>
                <a:lnTo>
                  <a:pt x="15354" y="15159"/>
                </a:lnTo>
                <a:lnTo>
                  <a:pt x="15573" y="14916"/>
                </a:lnTo>
                <a:lnTo>
                  <a:pt x="15743" y="15111"/>
                </a:lnTo>
                <a:lnTo>
                  <a:pt x="15476" y="15378"/>
                </a:lnTo>
                <a:lnTo>
                  <a:pt x="15330" y="15476"/>
                </a:lnTo>
                <a:lnTo>
                  <a:pt x="15184" y="15573"/>
                </a:lnTo>
                <a:lnTo>
                  <a:pt x="15038" y="15670"/>
                </a:lnTo>
                <a:lnTo>
                  <a:pt x="14892" y="15792"/>
                </a:lnTo>
                <a:lnTo>
                  <a:pt x="14843" y="15840"/>
                </a:lnTo>
                <a:lnTo>
                  <a:pt x="14867" y="15913"/>
                </a:lnTo>
                <a:lnTo>
                  <a:pt x="14892" y="15986"/>
                </a:lnTo>
                <a:lnTo>
                  <a:pt x="14940" y="16011"/>
                </a:lnTo>
                <a:lnTo>
                  <a:pt x="15038" y="16035"/>
                </a:lnTo>
                <a:lnTo>
                  <a:pt x="15159" y="16011"/>
                </a:lnTo>
                <a:lnTo>
                  <a:pt x="15354" y="15962"/>
                </a:lnTo>
                <a:lnTo>
                  <a:pt x="15524" y="15865"/>
                </a:lnTo>
                <a:lnTo>
                  <a:pt x="15695" y="15767"/>
                </a:lnTo>
                <a:lnTo>
                  <a:pt x="15889" y="15597"/>
                </a:lnTo>
                <a:lnTo>
                  <a:pt x="16060" y="15427"/>
                </a:lnTo>
                <a:lnTo>
                  <a:pt x="16352" y="15694"/>
                </a:lnTo>
                <a:lnTo>
                  <a:pt x="16181" y="15865"/>
                </a:lnTo>
                <a:lnTo>
                  <a:pt x="16011" y="16011"/>
                </a:lnTo>
                <a:lnTo>
                  <a:pt x="15743" y="16157"/>
                </a:lnTo>
                <a:lnTo>
                  <a:pt x="15500" y="16303"/>
                </a:lnTo>
                <a:lnTo>
                  <a:pt x="15451" y="16327"/>
                </a:lnTo>
                <a:lnTo>
                  <a:pt x="15451" y="16376"/>
                </a:lnTo>
                <a:lnTo>
                  <a:pt x="15476" y="16400"/>
                </a:lnTo>
                <a:lnTo>
                  <a:pt x="15524" y="16424"/>
                </a:lnTo>
                <a:lnTo>
                  <a:pt x="15719" y="16424"/>
                </a:lnTo>
                <a:lnTo>
                  <a:pt x="15889" y="16449"/>
                </a:lnTo>
                <a:lnTo>
                  <a:pt x="16084" y="16400"/>
                </a:lnTo>
                <a:lnTo>
                  <a:pt x="16254" y="16351"/>
                </a:lnTo>
                <a:lnTo>
                  <a:pt x="16400" y="16254"/>
                </a:lnTo>
                <a:lnTo>
                  <a:pt x="16522" y="16157"/>
                </a:lnTo>
                <a:lnTo>
                  <a:pt x="16498" y="16254"/>
                </a:lnTo>
                <a:lnTo>
                  <a:pt x="16400" y="16376"/>
                </a:lnTo>
                <a:lnTo>
                  <a:pt x="16279" y="16473"/>
                </a:lnTo>
                <a:lnTo>
                  <a:pt x="16133" y="16546"/>
                </a:lnTo>
                <a:lnTo>
                  <a:pt x="15987" y="16619"/>
                </a:lnTo>
                <a:lnTo>
                  <a:pt x="15768" y="16668"/>
                </a:lnTo>
                <a:lnTo>
                  <a:pt x="15451" y="16765"/>
                </a:lnTo>
                <a:lnTo>
                  <a:pt x="15427" y="16692"/>
                </a:lnTo>
                <a:lnTo>
                  <a:pt x="15354" y="16643"/>
                </a:lnTo>
                <a:lnTo>
                  <a:pt x="15208" y="16546"/>
                </a:lnTo>
                <a:lnTo>
                  <a:pt x="15062" y="16400"/>
                </a:lnTo>
                <a:lnTo>
                  <a:pt x="14770" y="16132"/>
                </a:lnTo>
                <a:lnTo>
                  <a:pt x="14016" y="15524"/>
                </a:lnTo>
                <a:lnTo>
                  <a:pt x="13626" y="15159"/>
                </a:lnTo>
                <a:lnTo>
                  <a:pt x="13261" y="14770"/>
                </a:lnTo>
                <a:lnTo>
                  <a:pt x="12556" y="14016"/>
                </a:lnTo>
                <a:lnTo>
                  <a:pt x="12312" y="13772"/>
                </a:lnTo>
                <a:lnTo>
                  <a:pt x="12045" y="13553"/>
                </a:lnTo>
                <a:lnTo>
                  <a:pt x="11485" y="13140"/>
                </a:lnTo>
                <a:lnTo>
                  <a:pt x="11217" y="12921"/>
                </a:lnTo>
                <a:lnTo>
                  <a:pt x="10950" y="12677"/>
                </a:lnTo>
                <a:lnTo>
                  <a:pt x="10707" y="12434"/>
                </a:lnTo>
                <a:lnTo>
                  <a:pt x="10512" y="12166"/>
                </a:lnTo>
                <a:lnTo>
                  <a:pt x="10828" y="11899"/>
                </a:lnTo>
                <a:lnTo>
                  <a:pt x="11144" y="11607"/>
                </a:lnTo>
                <a:lnTo>
                  <a:pt x="11436" y="11315"/>
                </a:lnTo>
                <a:lnTo>
                  <a:pt x="11704" y="10998"/>
                </a:lnTo>
                <a:close/>
                <a:moveTo>
                  <a:pt x="6400" y="0"/>
                </a:moveTo>
                <a:lnTo>
                  <a:pt x="5791" y="73"/>
                </a:lnTo>
                <a:lnTo>
                  <a:pt x="5183" y="170"/>
                </a:lnTo>
                <a:lnTo>
                  <a:pt x="4891" y="243"/>
                </a:lnTo>
                <a:lnTo>
                  <a:pt x="4599" y="341"/>
                </a:lnTo>
                <a:lnTo>
                  <a:pt x="4258" y="462"/>
                </a:lnTo>
                <a:lnTo>
                  <a:pt x="3918" y="633"/>
                </a:lnTo>
                <a:lnTo>
                  <a:pt x="3601" y="827"/>
                </a:lnTo>
                <a:lnTo>
                  <a:pt x="3285" y="1022"/>
                </a:lnTo>
                <a:lnTo>
                  <a:pt x="2969" y="1241"/>
                </a:lnTo>
                <a:lnTo>
                  <a:pt x="2677" y="1484"/>
                </a:lnTo>
                <a:lnTo>
                  <a:pt x="2117" y="1971"/>
                </a:lnTo>
                <a:lnTo>
                  <a:pt x="1850" y="2239"/>
                </a:lnTo>
                <a:lnTo>
                  <a:pt x="1606" y="2506"/>
                </a:lnTo>
                <a:lnTo>
                  <a:pt x="1363" y="2798"/>
                </a:lnTo>
                <a:lnTo>
                  <a:pt x="1168" y="3066"/>
                </a:lnTo>
                <a:lnTo>
                  <a:pt x="949" y="3382"/>
                </a:lnTo>
                <a:lnTo>
                  <a:pt x="779" y="3699"/>
                </a:lnTo>
                <a:lnTo>
                  <a:pt x="609" y="4015"/>
                </a:lnTo>
                <a:lnTo>
                  <a:pt x="463" y="4331"/>
                </a:lnTo>
                <a:lnTo>
                  <a:pt x="341" y="4672"/>
                </a:lnTo>
                <a:lnTo>
                  <a:pt x="244" y="5013"/>
                </a:lnTo>
                <a:lnTo>
                  <a:pt x="146" y="5353"/>
                </a:lnTo>
                <a:lnTo>
                  <a:pt x="73" y="5718"/>
                </a:lnTo>
                <a:lnTo>
                  <a:pt x="25" y="6083"/>
                </a:lnTo>
                <a:lnTo>
                  <a:pt x="0" y="6448"/>
                </a:lnTo>
                <a:lnTo>
                  <a:pt x="0" y="6813"/>
                </a:lnTo>
                <a:lnTo>
                  <a:pt x="0" y="7203"/>
                </a:lnTo>
                <a:lnTo>
                  <a:pt x="25" y="7592"/>
                </a:lnTo>
                <a:lnTo>
                  <a:pt x="98" y="7957"/>
                </a:lnTo>
                <a:lnTo>
                  <a:pt x="171" y="8346"/>
                </a:lnTo>
                <a:lnTo>
                  <a:pt x="268" y="8711"/>
                </a:lnTo>
                <a:lnTo>
                  <a:pt x="390" y="9076"/>
                </a:lnTo>
                <a:lnTo>
                  <a:pt x="560" y="9441"/>
                </a:lnTo>
                <a:lnTo>
                  <a:pt x="730" y="9782"/>
                </a:lnTo>
                <a:lnTo>
                  <a:pt x="925" y="10122"/>
                </a:lnTo>
                <a:lnTo>
                  <a:pt x="1168" y="10463"/>
                </a:lnTo>
                <a:lnTo>
                  <a:pt x="1436" y="10804"/>
                </a:lnTo>
                <a:lnTo>
                  <a:pt x="1704" y="11096"/>
                </a:lnTo>
                <a:lnTo>
                  <a:pt x="1996" y="11363"/>
                </a:lnTo>
                <a:lnTo>
                  <a:pt x="2312" y="11631"/>
                </a:lnTo>
                <a:lnTo>
                  <a:pt x="2628" y="11874"/>
                </a:lnTo>
                <a:lnTo>
                  <a:pt x="2969" y="12093"/>
                </a:lnTo>
                <a:lnTo>
                  <a:pt x="3334" y="12312"/>
                </a:lnTo>
                <a:lnTo>
                  <a:pt x="3747" y="12531"/>
                </a:lnTo>
                <a:lnTo>
                  <a:pt x="4161" y="12726"/>
                </a:lnTo>
                <a:lnTo>
                  <a:pt x="4599" y="12896"/>
                </a:lnTo>
                <a:lnTo>
                  <a:pt x="5037" y="13042"/>
                </a:lnTo>
                <a:lnTo>
                  <a:pt x="5499" y="13164"/>
                </a:lnTo>
                <a:lnTo>
                  <a:pt x="5937" y="13261"/>
                </a:lnTo>
                <a:lnTo>
                  <a:pt x="6400" y="13334"/>
                </a:lnTo>
                <a:lnTo>
                  <a:pt x="6862" y="13383"/>
                </a:lnTo>
                <a:lnTo>
                  <a:pt x="7324" y="13383"/>
                </a:lnTo>
                <a:lnTo>
                  <a:pt x="7787" y="13334"/>
                </a:lnTo>
                <a:lnTo>
                  <a:pt x="8225" y="13261"/>
                </a:lnTo>
                <a:lnTo>
                  <a:pt x="8638" y="13140"/>
                </a:lnTo>
                <a:lnTo>
                  <a:pt x="9076" y="12994"/>
                </a:lnTo>
                <a:lnTo>
                  <a:pt x="9466" y="12799"/>
                </a:lnTo>
                <a:lnTo>
                  <a:pt x="9879" y="12580"/>
                </a:lnTo>
                <a:lnTo>
                  <a:pt x="10269" y="12337"/>
                </a:lnTo>
                <a:lnTo>
                  <a:pt x="10293" y="12458"/>
                </a:lnTo>
                <a:lnTo>
                  <a:pt x="10317" y="12580"/>
                </a:lnTo>
                <a:lnTo>
                  <a:pt x="10390" y="12677"/>
                </a:lnTo>
                <a:lnTo>
                  <a:pt x="10463" y="12775"/>
                </a:lnTo>
                <a:lnTo>
                  <a:pt x="10658" y="12969"/>
                </a:lnTo>
                <a:lnTo>
                  <a:pt x="10828" y="13140"/>
                </a:lnTo>
                <a:lnTo>
                  <a:pt x="11120" y="13383"/>
                </a:lnTo>
                <a:lnTo>
                  <a:pt x="11412" y="13602"/>
                </a:lnTo>
                <a:lnTo>
                  <a:pt x="11704" y="13845"/>
                </a:lnTo>
                <a:lnTo>
                  <a:pt x="11972" y="14089"/>
                </a:lnTo>
                <a:lnTo>
                  <a:pt x="12385" y="14502"/>
                </a:lnTo>
                <a:lnTo>
                  <a:pt x="12775" y="14916"/>
                </a:lnTo>
                <a:lnTo>
                  <a:pt x="13164" y="15330"/>
                </a:lnTo>
                <a:lnTo>
                  <a:pt x="13553" y="15743"/>
                </a:lnTo>
                <a:lnTo>
                  <a:pt x="13772" y="15938"/>
                </a:lnTo>
                <a:lnTo>
                  <a:pt x="13991" y="16132"/>
                </a:lnTo>
                <a:lnTo>
                  <a:pt x="14429" y="16473"/>
                </a:lnTo>
                <a:lnTo>
                  <a:pt x="14770" y="16789"/>
                </a:lnTo>
                <a:lnTo>
                  <a:pt x="14916" y="16935"/>
                </a:lnTo>
                <a:lnTo>
                  <a:pt x="15111" y="17081"/>
                </a:lnTo>
                <a:lnTo>
                  <a:pt x="15184" y="17106"/>
                </a:lnTo>
                <a:lnTo>
                  <a:pt x="15232" y="17154"/>
                </a:lnTo>
                <a:lnTo>
                  <a:pt x="15305" y="17179"/>
                </a:lnTo>
                <a:lnTo>
                  <a:pt x="15451" y="17227"/>
                </a:lnTo>
                <a:lnTo>
                  <a:pt x="15646" y="17203"/>
                </a:lnTo>
                <a:lnTo>
                  <a:pt x="15841" y="17179"/>
                </a:lnTo>
                <a:lnTo>
                  <a:pt x="16035" y="17106"/>
                </a:lnTo>
                <a:lnTo>
                  <a:pt x="16230" y="17033"/>
                </a:lnTo>
                <a:lnTo>
                  <a:pt x="16498" y="16911"/>
                </a:lnTo>
                <a:lnTo>
                  <a:pt x="16644" y="16814"/>
                </a:lnTo>
                <a:lnTo>
                  <a:pt x="16790" y="16668"/>
                </a:lnTo>
                <a:lnTo>
                  <a:pt x="16911" y="16497"/>
                </a:lnTo>
                <a:lnTo>
                  <a:pt x="17009" y="16327"/>
                </a:lnTo>
                <a:lnTo>
                  <a:pt x="17057" y="16132"/>
                </a:lnTo>
                <a:lnTo>
                  <a:pt x="17082" y="15938"/>
                </a:lnTo>
                <a:lnTo>
                  <a:pt x="17057" y="15840"/>
                </a:lnTo>
                <a:lnTo>
                  <a:pt x="17033" y="15767"/>
                </a:lnTo>
                <a:lnTo>
                  <a:pt x="17009" y="15670"/>
                </a:lnTo>
                <a:lnTo>
                  <a:pt x="16936" y="15597"/>
                </a:lnTo>
                <a:lnTo>
                  <a:pt x="16887" y="15549"/>
                </a:lnTo>
                <a:lnTo>
                  <a:pt x="15500" y="14137"/>
                </a:lnTo>
                <a:lnTo>
                  <a:pt x="14819" y="13432"/>
                </a:lnTo>
                <a:lnTo>
                  <a:pt x="14089" y="12750"/>
                </a:lnTo>
                <a:lnTo>
                  <a:pt x="13772" y="12458"/>
                </a:lnTo>
                <a:lnTo>
                  <a:pt x="13432" y="12166"/>
                </a:lnTo>
                <a:lnTo>
                  <a:pt x="13091" y="11899"/>
                </a:lnTo>
                <a:lnTo>
                  <a:pt x="12775" y="11582"/>
                </a:lnTo>
                <a:lnTo>
                  <a:pt x="12580" y="11363"/>
                </a:lnTo>
                <a:lnTo>
                  <a:pt x="12385" y="11120"/>
                </a:lnTo>
                <a:lnTo>
                  <a:pt x="12166" y="10901"/>
                </a:lnTo>
                <a:lnTo>
                  <a:pt x="12045" y="10804"/>
                </a:lnTo>
                <a:lnTo>
                  <a:pt x="11923" y="10706"/>
                </a:lnTo>
                <a:lnTo>
                  <a:pt x="12191" y="10317"/>
                </a:lnTo>
                <a:lnTo>
                  <a:pt x="12434" y="9928"/>
                </a:lnTo>
                <a:lnTo>
                  <a:pt x="12629" y="9490"/>
                </a:lnTo>
                <a:lnTo>
                  <a:pt x="12823" y="9076"/>
                </a:lnTo>
                <a:lnTo>
                  <a:pt x="12969" y="8614"/>
                </a:lnTo>
                <a:lnTo>
                  <a:pt x="13091" y="8176"/>
                </a:lnTo>
                <a:lnTo>
                  <a:pt x="13188" y="7713"/>
                </a:lnTo>
                <a:lnTo>
                  <a:pt x="13261" y="7251"/>
                </a:lnTo>
                <a:lnTo>
                  <a:pt x="13310" y="6765"/>
                </a:lnTo>
                <a:lnTo>
                  <a:pt x="13310" y="6302"/>
                </a:lnTo>
                <a:lnTo>
                  <a:pt x="13286" y="5840"/>
                </a:lnTo>
                <a:lnTo>
                  <a:pt x="13237" y="5378"/>
                </a:lnTo>
                <a:lnTo>
                  <a:pt x="13164" y="4891"/>
                </a:lnTo>
                <a:lnTo>
                  <a:pt x="13042" y="4453"/>
                </a:lnTo>
                <a:lnTo>
                  <a:pt x="12896" y="3991"/>
                </a:lnTo>
                <a:lnTo>
                  <a:pt x="12702" y="3553"/>
                </a:lnTo>
                <a:lnTo>
                  <a:pt x="12580" y="3285"/>
                </a:lnTo>
                <a:lnTo>
                  <a:pt x="12434" y="3042"/>
                </a:lnTo>
                <a:lnTo>
                  <a:pt x="12288" y="2798"/>
                </a:lnTo>
                <a:lnTo>
                  <a:pt x="12118" y="2579"/>
                </a:lnTo>
                <a:lnTo>
                  <a:pt x="11753" y="2141"/>
                </a:lnTo>
                <a:lnTo>
                  <a:pt x="11339" y="1728"/>
                </a:lnTo>
                <a:lnTo>
                  <a:pt x="10901" y="1363"/>
                </a:lnTo>
                <a:lnTo>
                  <a:pt x="10415" y="1046"/>
                </a:lnTo>
                <a:lnTo>
                  <a:pt x="9904" y="754"/>
                </a:lnTo>
                <a:lnTo>
                  <a:pt x="9368" y="511"/>
                </a:lnTo>
                <a:lnTo>
                  <a:pt x="8784" y="316"/>
                </a:lnTo>
                <a:lnTo>
                  <a:pt x="8225" y="170"/>
                </a:lnTo>
                <a:lnTo>
                  <a:pt x="7616" y="73"/>
                </a:lnTo>
                <a:lnTo>
                  <a:pt x="700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3"/>
          <p:cNvSpPr txBox="1"/>
          <p:nvPr/>
        </p:nvSpPr>
        <p:spPr>
          <a:xfrm>
            <a:off x="2541913" y="3599347"/>
            <a:ext cx="1922388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Busca Profesionales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3"/>
          <p:cNvSpPr/>
          <p:nvPr/>
        </p:nvSpPr>
        <p:spPr>
          <a:xfrm>
            <a:off x="5868757" y="3852045"/>
            <a:ext cx="460582" cy="340961"/>
          </a:xfrm>
          <a:custGeom>
            <a:avLst/>
            <a:gdLst/>
            <a:ahLst/>
            <a:cxnLst/>
            <a:rect l="l" t="t" r="r" b="b"/>
            <a:pathLst>
              <a:path w="18956" h="16571" extrusionOk="0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3"/>
          <p:cNvSpPr txBox="1"/>
          <p:nvPr/>
        </p:nvSpPr>
        <p:spPr>
          <a:xfrm>
            <a:off x="6517980" y="3617126"/>
            <a:ext cx="1839211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Disfruta de tu hogar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4" descr="A picture containing plan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5284" t="9091" r="8015"/>
          <a:stretch/>
        </p:blipFill>
        <p:spPr>
          <a:xfrm>
            <a:off x="3028950" y="932260"/>
            <a:ext cx="4148138" cy="327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4" descr="A picture containing 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17569" y="932260"/>
            <a:ext cx="1202531" cy="2169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4" descr="Graphical user interface, applicati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17569" y="3140869"/>
            <a:ext cx="581025" cy="1064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4" descr="Graphical user interface, text, applicatio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7885" y="3140869"/>
            <a:ext cx="581025" cy="106441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4"/>
          <p:cNvSpPr>
            <a:spLocks noGrp="1"/>
          </p:cNvSpPr>
          <p:nvPr>
            <p:ph type="title"/>
          </p:nvPr>
        </p:nvSpPr>
        <p:spPr>
          <a:xfrm>
            <a:off x="480060" y="1555773"/>
            <a:ext cx="2064266" cy="2031956"/>
          </a:xfrm>
          <a:prstGeom prst="ellipse">
            <a:avLst/>
          </a:prstGeom>
          <a:solidFill>
            <a:srgbClr val="3E525C"/>
          </a:solidFill>
          <a:ln w="174625" cap="flat" cmpd="thinThick">
            <a:solidFill>
              <a:srgbClr val="3E52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Animate a Publicar</a:t>
            </a:r>
            <a:endParaRPr sz="1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4"/>
          <p:cNvSpPr txBox="1"/>
          <p:nvPr/>
        </p:nvSpPr>
        <p:spPr>
          <a:xfrm>
            <a:off x="5875515" y="4455391"/>
            <a:ext cx="303505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Convertite en Profesional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4"/>
          <p:cNvSpPr/>
          <p:nvPr/>
        </p:nvSpPr>
        <p:spPr>
          <a:xfrm>
            <a:off x="5400850" y="4531090"/>
            <a:ext cx="387161" cy="402569"/>
          </a:xfrm>
          <a:custGeom>
            <a:avLst/>
            <a:gdLst/>
            <a:ahLst/>
            <a:cxnLst/>
            <a:rect l="l" t="t" r="r" b="b"/>
            <a:pathLst>
              <a:path w="17715" h="18420" extrusionOk="0">
                <a:moveTo>
                  <a:pt x="14673" y="803"/>
                </a:moveTo>
                <a:lnTo>
                  <a:pt x="14746" y="1022"/>
                </a:lnTo>
                <a:lnTo>
                  <a:pt x="14794" y="1217"/>
                </a:lnTo>
                <a:lnTo>
                  <a:pt x="14843" y="1655"/>
                </a:lnTo>
                <a:lnTo>
                  <a:pt x="14892" y="2141"/>
                </a:lnTo>
                <a:lnTo>
                  <a:pt x="14916" y="2385"/>
                </a:lnTo>
                <a:lnTo>
                  <a:pt x="14940" y="2482"/>
                </a:lnTo>
                <a:lnTo>
                  <a:pt x="15013" y="2604"/>
                </a:lnTo>
                <a:lnTo>
                  <a:pt x="14770" y="2847"/>
                </a:lnTo>
                <a:lnTo>
                  <a:pt x="14697" y="2920"/>
                </a:lnTo>
                <a:lnTo>
                  <a:pt x="14648" y="2628"/>
                </a:lnTo>
                <a:lnTo>
                  <a:pt x="14600" y="2360"/>
                </a:lnTo>
                <a:lnTo>
                  <a:pt x="14527" y="2044"/>
                </a:lnTo>
                <a:lnTo>
                  <a:pt x="14405" y="1776"/>
                </a:lnTo>
                <a:lnTo>
                  <a:pt x="14308" y="1484"/>
                </a:lnTo>
                <a:lnTo>
                  <a:pt x="14210" y="1192"/>
                </a:lnTo>
                <a:lnTo>
                  <a:pt x="14673" y="803"/>
                </a:lnTo>
                <a:close/>
                <a:moveTo>
                  <a:pt x="15695" y="2847"/>
                </a:moveTo>
                <a:lnTo>
                  <a:pt x="16400" y="2871"/>
                </a:lnTo>
                <a:lnTo>
                  <a:pt x="17106" y="2969"/>
                </a:lnTo>
                <a:lnTo>
                  <a:pt x="16984" y="3115"/>
                </a:lnTo>
                <a:lnTo>
                  <a:pt x="16960" y="3090"/>
                </a:lnTo>
                <a:lnTo>
                  <a:pt x="16887" y="3042"/>
                </a:lnTo>
                <a:lnTo>
                  <a:pt x="16790" y="2993"/>
                </a:lnTo>
                <a:lnTo>
                  <a:pt x="16595" y="2969"/>
                </a:lnTo>
                <a:lnTo>
                  <a:pt x="16400" y="2944"/>
                </a:lnTo>
                <a:lnTo>
                  <a:pt x="15914" y="2944"/>
                </a:lnTo>
                <a:lnTo>
                  <a:pt x="15622" y="2920"/>
                </a:lnTo>
                <a:lnTo>
                  <a:pt x="15695" y="2847"/>
                </a:lnTo>
                <a:close/>
                <a:moveTo>
                  <a:pt x="14040" y="1314"/>
                </a:moveTo>
                <a:lnTo>
                  <a:pt x="14040" y="1484"/>
                </a:lnTo>
                <a:lnTo>
                  <a:pt x="14064" y="1655"/>
                </a:lnTo>
                <a:lnTo>
                  <a:pt x="14137" y="2020"/>
                </a:lnTo>
                <a:lnTo>
                  <a:pt x="14283" y="2871"/>
                </a:lnTo>
                <a:lnTo>
                  <a:pt x="14308" y="3066"/>
                </a:lnTo>
                <a:lnTo>
                  <a:pt x="14332" y="3236"/>
                </a:lnTo>
                <a:lnTo>
                  <a:pt x="14162" y="3382"/>
                </a:lnTo>
                <a:lnTo>
                  <a:pt x="14137" y="3139"/>
                </a:lnTo>
                <a:lnTo>
                  <a:pt x="14040" y="2871"/>
                </a:lnTo>
                <a:lnTo>
                  <a:pt x="13870" y="2433"/>
                </a:lnTo>
                <a:lnTo>
                  <a:pt x="13748" y="2068"/>
                </a:lnTo>
                <a:lnTo>
                  <a:pt x="13675" y="1703"/>
                </a:lnTo>
                <a:lnTo>
                  <a:pt x="13651" y="1630"/>
                </a:lnTo>
                <a:lnTo>
                  <a:pt x="13699" y="1582"/>
                </a:lnTo>
                <a:lnTo>
                  <a:pt x="14040" y="1314"/>
                </a:lnTo>
                <a:close/>
                <a:moveTo>
                  <a:pt x="13359" y="1898"/>
                </a:moveTo>
                <a:lnTo>
                  <a:pt x="13432" y="2239"/>
                </a:lnTo>
                <a:lnTo>
                  <a:pt x="13553" y="2677"/>
                </a:lnTo>
                <a:lnTo>
                  <a:pt x="13699" y="3090"/>
                </a:lnTo>
                <a:lnTo>
                  <a:pt x="13772" y="3358"/>
                </a:lnTo>
                <a:lnTo>
                  <a:pt x="13821" y="3480"/>
                </a:lnTo>
                <a:lnTo>
                  <a:pt x="13894" y="3601"/>
                </a:lnTo>
                <a:lnTo>
                  <a:pt x="13724" y="3723"/>
                </a:lnTo>
                <a:lnTo>
                  <a:pt x="13699" y="3577"/>
                </a:lnTo>
                <a:lnTo>
                  <a:pt x="13675" y="3407"/>
                </a:lnTo>
                <a:lnTo>
                  <a:pt x="13578" y="3090"/>
                </a:lnTo>
                <a:lnTo>
                  <a:pt x="13529" y="2798"/>
                </a:lnTo>
                <a:lnTo>
                  <a:pt x="13456" y="2531"/>
                </a:lnTo>
                <a:lnTo>
                  <a:pt x="13383" y="2239"/>
                </a:lnTo>
                <a:lnTo>
                  <a:pt x="13237" y="1995"/>
                </a:lnTo>
                <a:lnTo>
                  <a:pt x="13359" y="1898"/>
                </a:lnTo>
                <a:close/>
                <a:moveTo>
                  <a:pt x="15378" y="3188"/>
                </a:moveTo>
                <a:lnTo>
                  <a:pt x="15500" y="3236"/>
                </a:lnTo>
                <a:lnTo>
                  <a:pt x="15646" y="3261"/>
                </a:lnTo>
                <a:lnTo>
                  <a:pt x="15914" y="3285"/>
                </a:lnTo>
                <a:lnTo>
                  <a:pt x="16790" y="3358"/>
                </a:lnTo>
                <a:lnTo>
                  <a:pt x="16473" y="3723"/>
                </a:lnTo>
                <a:lnTo>
                  <a:pt x="16449" y="3650"/>
                </a:lnTo>
                <a:lnTo>
                  <a:pt x="16425" y="3601"/>
                </a:lnTo>
                <a:lnTo>
                  <a:pt x="16376" y="3553"/>
                </a:lnTo>
                <a:lnTo>
                  <a:pt x="16303" y="3528"/>
                </a:lnTo>
                <a:lnTo>
                  <a:pt x="16084" y="3455"/>
                </a:lnTo>
                <a:lnTo>
                  <a:pt x="15816" y="3431"/>
                </a:lnTo>
                <a:lnTo>
                  <a:pt x="15573" y="3431"/>
                </a:lnTo>
                <a:lnTo>
                  <a:pt x="15330" y="3455"/>
                </a:lnTo>
                <a:lnTo>
                  <a:pt x="15086" y="3455"/>
                </a:lnTo>
                <a:lnTo>
                  <a:pt x="15135" y="3431"/>
                </a:lnTo>
                <a:lnTo>
                  <a:pt x="15378" y="3188"/>
                </a:lnTo>
                <a:close/>
                <a:moveTo>
                  <a:pt x="13067" y="2166"/>
                </a:moveTo>
                <a:lnTo>
                  <a:pt x="13115" y="2628"/>
                </a:lnTo>
                <a:lnTo>
                  <a:pt x="13164" y="3042"/>
                </a:lnTo>
                <a:lnTo>
                  <a:pt x="13188" y="3285"/>
                </a:lnTo>
                <a:lnTo>
                  <a:pt x="13213" y="3553"/>
                </a:lnTo>
                <a:lnTo>
                  <a:pt x="13261" y="3699"/>
                </a:lnTo>
                <a:lnTo>
                  <a:pt x="13286" y="3820"/>
                </a:lnTo>
                <a:lnTo>
                  <a:pt x="13359" y="3942"/>
                </a:lnTo>
                <a:lnTo>
                  <a:pt x="13432" y="4015"/>
                </a:lnTo>
                <a:lnTo>
                  <a:pt x="13213" y="4234"/>
                </a:lnTo>
                <a:lnTo>
                  <a:pt x="13140" y="3845"/>
                </a:lnTo>
                <a:lnTo>
                  <a:pt x="13042" y="3480"/>
                </a:lnTo>
                <a:lnTo>
                  <a:pt x="12994" y="3236"/>
                </a:lnTo>
                <a:lnTo>
                  <a:pt x="12921" y="2969"/>
                </a:lnTo>
                <a:lnTo>
                  <a:pt x="12823" y="2701"/>
                </a:lnTo>
                <a:lnTo>
                  <a:pt x="12702" y="2482"/>
                </a:lnTo>
                <a:lnTo>
                  <a:pt x="12872" y="2336"/>
                </a:lnTo>
                <a:lnTo>
                  <a:pt x="13067" y="2166"/>
                </a:lnTo>
                <a:close/>
                <a:moveTo>
                  <a:pt x="14648" y="3796"/>
                </a:moveTo>
                <a:lnTo>
                  <a:pt x="14819" y="3869"/>
                </a:lnTo>
                <a:lnTo>
                  <a:pt x="15013" y="3893"/>
                </a:lnTo>
                <a:lnTo>
                  <a:pt x="15232" y="3918"/>
                </a:lnTo>
                <a:lnTo>
                  <a:pt x="16035" y="3918"/>
                </a:lnTo>
                <a:lnTo>
                  <a:pt x="16181" y="3966"/>
                </a:lnTo>
                <a:lnTo>
                  <a:pt x="16230" y="3966"/>
                </a:lnTo>
                <a:lnTo>
                  <a:pt x="16011" y="4185"/>
                </a:lnTo>
                <a:lnTo>
                  <a:pt x="15938" y="4258"/>
                </a:lnTo>
                <a:lnTo>
                  <a:pt x="15816" y="4210"/>
                </a:lnTo>
                <a:lnTo>
                  <a:pt x="15695" y="4161"/>
                </a:lnTo>
                <a:lnTo>
                  <a:pt x="15403" y="4137"/>
                </a:lnTo>
                <a:lnTo>
                  <a:pt x="14916" y="4137"/>
                </a:lnTo>
                <a:lnTo>
                  <a:pt x="14600" y="4112"/>
                </a:lnTo>
                <a:lnTo>
                  <a:pt x="14259" y="4112"/>
                </a:lnTo>
                <a:lnTo>
                  <a:pt x="14648" y="3796"/>
                </a:lnTo>
                <a:close/>
                <a:moveTo>
                  <a:pt x="13943" y="4404"/>
                </a:moveTo>
                <a:lnTo>
                  <a:pt x="14283" y="4453"/>
                </a:lnTo>
                <a:lnTo>
                  <a:pt x="14648" y="4502"/>
                </a:lnTo>
                <a:lnTo>
                  <a:pt x="15354" y="4550"/>
                </a:lnTo>
                <a:lnTo>
                  <a:pt x="15524" y="4575"/>
                </a:lnTo>
                <a:lnTo>
                  <a:pt x="15330" y="4745"/>
                </a:lnTo>
                <a:lnTo>
                  <a:pt x="15184" y="4915"/>
                </a:lnTo>
                <a:lnTo>
                  <a:pt x="14697" y="4818"/>
                </a:lnTo>
                <a:lnTo>
                  <a:pt x="14186" y="4745"/>
                </a:lnTo>
                <a:lnTo>
                  <a:pt x="13699" y="4672"/>
                </a:lnTo>
                <a:lnTo>
                  <a:pt x="13797" y="4550"/>
                </a:lnTo>
                <a:lnTo>
                  <a:pt x="13943" y="4404"/>
                </a:lnTo>
                <a:close/>
                <a:moveTo>
                  <a:pt x="14721" y="0"/>
                </a:moveTo>
                <a:lnTo>
                  <a:pt x="14673" y="24"/>
                </a:lnTo>
                <a:lnTo>
                  <a:pt x="14600" y="49"/>
                </a:lnTo>
                <a:lnTo>
                  <a:pt x="14551" y="97"/>
                </a:lnTo>
                <a:lnTo>
                  <a:pt x="14235" y="389"/>
                </a:lnTo>
                <a:lnTo>
                  <a:pt x="13894" y="681"/>
                </a:lnTo>
                <a:lnTo>
                  <a:pt x="13213" y="1217"/>
                </a:lnTo>
                <a:lnTo>
                  <a:pt x="12921" y="1460"/>
                </a:lnTo>
                <a:lnTo>
                  <a:pt x="12775" y="1606"/>
                </a:lnTo>
                <a:lnTo>
                  <a:pt x="12629" y="1752"/>
                </a:lnTo>
                <a:lnTo>
                  <a:pt x="12507" y="1922"/>
                </a:lnTo>
                <a:lnTo>
                  <a:pt x="12385" y="2093"/>
                </a:lnTo>
                <a:lnTo>
                  <a:pt x="12337" y="2263"/>
                </a:lnTo>
                <a:lnTo>
                  <a:pt x="12312" y="2458"/>
                </a:lnTo>
                <a:lnTo>
                  <a:pt x="12337" y="2506"/>
                </a:lnTo>
                <a:lnTo>
                  <a:pt x="12312" y="2531"/>
                </a:lnTo>
                <a:lnTo>
                  <a:pt x="12337" y="2774"/>
                </a:lnTo>
                <a:lnTo>
                  <a:pt x="12385" y="3017"/>
                </a:lnTo>
                <a:lnTo>
                  <a:pt x="12507" y="3504"/>
                </a:lnTo>
                <a:lnTo>
                  <a:pt x="12531" y="3796"/>
                </a:lnTo>
                <a:lnTo>
                  <a:pt x="12580" y="4137"/>
                </a:lnTo>
                <a:lnTo>
                  <a:pt x="12629" y="4453"/>
                </a:lnTo>
                <a:lnTo>
                  <a:pt x="12677" y="4599"/>
                </a:lnTo>
                <a:lnTo>
                  <a:pt x="12750" y="4745"/>
                </a:lnTo>
                <a:lnTo>
                  <a:pt x="12288" y="5256"/>
                </a:lnTo>
                <a:lnTo>
                  <a:pt x="11972" y="5621"/>
                </a:lnTo>
                <a:lnTo>
                  <a:pt x="11631" y="5961"/>
                </a:lnTo>
                <a:lnTo>
                  <a:pt x="10925" y="6643"/>
                </a:lnTo>
                <a:lnTo>
                  <a:pt x="10220" y="7300"/>
                </a:lnTo>
                <a:lnTo>
                  <a:pt x="9490" y="7981"/>
                </a:lnTo>
                <a:lnTo>
                  <a:pt x="9125" y="8370"/>
                </a:lnTo>
                <a:lnTo>
                  <a:pt x="8760" y="8760"/>
                </a:lnTo>
                <a:lnTo>
                  <a:pt x="8371" y="9149"/>
                </a:lnTo>
                <a:lnTo>
                  <a:pt x="8006" y="9538"/>
                </a:lnTo>
                <a:lnTo>
                  <a:pt x="7884" y="9490"/>
                </a:lnTo>
                <a:lnTo>
                  <a:pt x="7665" y="9490"/>
                </a:lnTo>
                <a:lnTo>
                  <a:pt x="7568" y="9514"/>
                </a:lnTo>
                <a:lnTo>
                  <a:pt x="7422" y="9538"/>
                </a:lnTo>
                <a:lnTo>
                  <a:pt x="7276" y="9587"/>
                </a:lnTo>
                <a:lnTo>
                  <a:pt x="7154" y="9684"/>
                </a:lnTo>
                <a:lnTo>
                  <a:pt x="7057" y="9830"/>
                </a:lnTo>
                <a:lnTo>
                  <a:pt x="6984" y="9976"/>
                </a:lnTo>
                <a:lnTo>
                  <a:pt x="6935" y="10147"/>
                </a:lnTo>
                <a:lnTo>
                  <a:pt x="6959" y="10317"/>
                </a:lnTo>
                <a:lnTo>
                  <a:pt x="7008" y="10487"/>
                </a:lnTo>
                <a:lnTo>
                  <a:pt x="7105" y="10633"/>
                </a:lnTo>
                <a:lnTo>
                  <a:pt x="7251" y="10755"/>
                </a:lnTo>
                <a:lnTo>
                  <a:pt x="7397" y="10828"/>
                </a:lnTo>
                <a:lnTo>
                  <a:pt x="7568" y="10877"/>
                </a:lnTo>
                <a:lnTo>
                  <a:pt x="7738" y="10901"/>
                </a:lnTo>
                <a:lnTo>
                  <a:pt x="7884" y="10877"/>
                </a:lnTo>
                <a:lnTo>
                  <a:pt x="8006" y="10804"/>
                </a:lnTo>
                <a:lnTo>
                  <a:pt x="8127" y="10731"/>
                </a:lnTo>
                <a:lnTo>
                  <a:pt x="8225" y="10633"/>
                </a:lnTo>
                <a:lnTo>
                  <a:pt x="8298" y="10512"/>
                </a:lnTo>
                <a:lnTo>
                  <a:pt x="8346" y="10390"/>
                </a:lnTo>
                <a:lnTo>
                  <a:pt x="8371" y="10244"/>
                </a:lnTo>
                <a:lnTo>
                  <a:pt x="8371" y="10098"/>
                </a:lnTo>
                <a:lnTo>
                  <a:pt x="8371" y="10049"/>
                </a:lnTo>
                <a:lnTo>
                  <a:pt x="8711" y="9733"/>
                </a:lnTo>
                <a:lnTo>
                  <a:pt x="9003" y="9392"/>
                </a:lnTo>
                <a:lnTo>
                  <a:pt x="9295" y="9052"/>
                </a:lnTo>
                <a:lnTo>
                  <a:pt x="9587" y="8760"/>
                </a:lnTo>
                <a:lnTo>
                  <a:pt x="10317" y="8054"/>
                </a:lnTo>
                <a:lnTo>
                  <a:pt x="11047" y="7373"/>
                </a:lnTo>
                <a:lnTo>
                  <a:pt x="11777" y="6691"/>
                </a:lnTo>
                <a:lnTo>
                  <a:pt x="12507" y="5986"/>
                </a:lnTo>
                <a:lnTo>
                  <a:pt x="12896" y="5548"/>
                </a:lnTo>
                <a:lnTo>
                  <a:pt x="13310" y="5086"/>
                </a:lnTo>
                <a:lnTo>
                  <a:pt x="13529" y="5159"/>
                </a:lnTo>
                <a:lnTo>
                  <a:pt x="13748" y="5207"/>
                </a:lnTo>
                <a:lnTo>
                  <a:pt x="14186" y="5280"/>
                </a:lnTo>
                <a:lnTo>
                  <a:pt x="14648" y="5353"/>
                </a:lnTo>
                <a:lnTo>
                  <a:pt x="15086" y="5426"/>
                </a:lnTo>
                <a:lnTo>
                  <a:pt x="15184" y="5426"/>
                </a:lnTo>
                <a:lnTo>
                  <a:pt x="15281" y="5402"/>
                </a:lnTo>
                <a:lnTo>
                  <a:pt x="15354" y="5353"/>
                </a:lnTo>
                <a:lnTo>
                  <a:pt x="15403" y="5280"/>
                </a:lnTo>
                <a:lnTo>
                  <a:pt x="15524" y="5207"/>
                </a:lnTo>
                <a:lnTo>
                  <a:pt x="15670" y="5134"/>
                </a:lnTo>
                <a:lnTo>
                  <a:pt x="15938" y="4940"/>
                </a:lnTo>
                <a:lnTo>
                  <a:pt x="16352" y="4526"/>
                </a:lnTo>
                <a:lnTo>
                  <a:pt x="16692" y="4210"/>
                </a:lnTo>
                <a:lnTo>
                  <a:pt x="17009" y="3869"/>
                </a:lnTo>
                <a:lnTo>
                  <a:pt x="17325" y="3504"/>
                </a:lnTo>
                <a:lnTo>
                  <a:pt x="17617" y="3115"/>
                </a:lnTo>
                <a:lnTo>
                  <a:pt x="17641" y="3066"/>
                </a:lnTo>
                <a:lnTo>
                  <a:pt x="17666" y="3017"/>
                </a:lnTo>
                <a:lnTo>
                  <a:pt x="17641" y="2896"/>
                </a:lnTo>
                <a:lnTo>
                  <a:pt x="17690" y="2774"/>
                </a:lnTo>
                <a:lnTo>
                  <a:pt x="17714" y="2701"/>
                </a:lnTo>
                <a:lnTo>
                  <a:pt x="17690" y="2652"/>
                </a:lnTo>
                <a:lnTo>
                  <a:pt x="17690" y="2579"/>
                </a:lnTo>
                <a:lnTo>
                  <a:pt x="17641" y="2531"/>
                </a:lnTo>
                <a:lnTo>
                  <a:pt x="17593" y="2506"/>
                </a:lnTo>
                <a:lnTo>
                  <a:pt x="17495" y="2482"/>
                </a:lnTo>
                <a:lnTo>
                  <a:pt x="16838" y="2360"/>
                </a:lnTo>
                <a:lnTo>
                  <a:pt x="16473" y="2312"/>
                </a:lnTo>
                <a:lnTo>
                  <a:pt x="16108" y="2287"/>
                </a:lnTo>
                <a:lnTo>
                  <a:pt x="16303" y="2068"/>
                </a:lnTo>
                <a:lnTo>
                  <a:pt x="16522" y="1801"/>
                </a:lnTo>
                <a:lnTo>
                  <a:pt x="16790" y="1582"/>
                </a:lnTo>
                <a:lnTo>
                  <a:pt x="17033" y="1338"/>
                </a:lnTo>
                <a:lnTo>
                  <a:pt x="17276" y="1095"/>
                </a:lnTo>
                <a:lnTo>
                  <a:pt x="17325" y="1022"/>
                </a:lnTo>
                <a:lnTo>
                  <a:pt x="17374" y="949"/>
                </a:lnTo>
                <a:lnTo>
                  <a:pt x="17374" y="876"/>
                </a:lnTo>
                <a:lnTo>
                  <a:pt x="17374" y="803"/>
                </a:lnTo>
                <a:lnTo>
                  <a:pt x="17325" y="681"/>
                </a:lnTo>
                <a:lnTo>
                  <a:pt x="17252" y="560"/>
                </a:lnTo>
                <a:lnTo>
                  <a:pt x="17155" y="487"/>
                </a:lnTo>
                <a:lnTo>
                  <a:pt x="17009" y="438"/>
                </a:lnTo>
                <a:lnTo>
                  <a:pt x="16960" y="462"/>
                </a:lnTo>
                <a:lnTo>
                  <a:pt x="16887" y="462"/>
                </a:lnTo>
                <a:lnTo>
                  <a:pt x="16838" y="511"/>
                </a:lnTo>
                <a:lnTo>
                  <a:pt x="16765" y="560"/>
                </a:lnTo>
                <a:lnTo>
                  <a:pt x="16571" y="803"/>
                </a:lnTo>
                <a:lnTo>
                  <a:pt x="16352" y="1022"/>
                </a:lnTo>
                <a:lnTo>
                  <a:pt x="16133" y="1241"/>
                </a:lnTo>
                <a:lnTo>
                  <a:pt x="15914" y="1460"/>
                </a:lnTo>
                <a:lnTo>
                  <a:pt x="15500" y="1971"/>
                </a:lnTo>
                <a:lnTo>
                  <a:pt x="15427" y="1436"/>
                </a:lnTo>
                <a:lnTo>
                  <a:pt x="15354" y="1095"/>
                </a:lnTo>
                <a:lnTo>
                  <a:pt x="15281" y="779"/>
                </a:lnTo>
                <a:lnTo>
                  <a:pt x="15184" y="462"/>
                </a:lnTo>
                <a:lnTo>
                  <a:pt x="15111" y="292"/>
                </a:lnTo>
                <a:lnTo>
                  <a:pt x="15013" y="146"/>
                </a:lnTo>
                <a:lnTo>
                  <a:pt x="14965" y="97"/>
                </a:lnTo>
                <a:lnTo>
                  <a:pt x="14916" y="49"/>
                </a:lnTo>
                <a:lnTo>
                  <a:pt x="14794" y="24"/>
                </a:lnTo>
                <a:lnTo>
                  <a:pt x="14721" y="0"/>
                </a:lnTo>
                <a:close/>
                <a:moveTo>
                  <a:pt x="7543" y="6691"/>
                </a:moveTo>
                <a:lnTo>
                  <a:pt x="7203" y="6716"/>
                </a:lnTo>
                <a:lnTo>
                  <a:pt x="6886" y="6789"/>
                </a:lnTo>
                <a:lnTo>
                  <a:pt x="6570" y="6862"/>
                </a:lnTo>
                <a:lnTo>
                  <a:pt x="6254" y="6983"/>
                </a:lnTo>
                <a:lnTo>
                  <a:pt x="5962" y="7105"/>
                </a:lnTo>
                <a:lnTo>
                  <a:pt x="5670" y="7275"/>
                </a:lnTo>
                <a:lnTo>
                  <a:pt x="5402" y="7470"/>
                </a:lnTo>
                <a:lnTo>
                  <a:pt x="5159" y="7713"/>
                </a:lnTo>
                <a:lnTo>
                  <a:pt x="4940" y="7957"/>
                </a:lnTo>
                <a:lnTo>
                  <a:pt x="4745" y="8249"/>
                </a:lnTo>
                <a:lnTo>
                  <a:pt x="4599" y="8565"/>
                </a:lnTo>
                <a:lnTo>
                  <a:pt x="4477" y="8857"/>
                </a:lnTo>
                <a:lnTo>
                  <a:pt x="4380" y="9149"/>
                </a:lnTo>
                <a:lnTo>
                  <a:pt x="4307" y="9441"/>
                </a:lnTo>
                <a:lnTo>
                  <a:pt x="4258" y="9733"/>
                </a:lnTo>
                <a:lnTo>
                  <a:pt x="4234" y="10025"/>
                </a:lnTo>
                <a:lnTo>
                  <a:pt x="4234" y="10317"/>
                </a:lnTo>
                <a:lnTo>
                  <a:pt x="4258" y="10609"/>
                </a:lnTo>
                <a:lnTo>
                  <a:pt x="4307" y="10901"/>
                </a:lnTo>
                <a:lnTo>
                  <a:pt x="4356" y="11193"/>
                </a:lnTo>
                <a:lnTo>
                  <a:pt x="4453" y="11461"/>
                </a:lnTo>
                <a:lnTo>
                  <a:pt x="4550" y="11728"/>
                </a:lnTo>
                <a:lnTo>
                  <a:pt x="4696" y="11996"/>
                </a:lnTo>
                <a:lnTo>
                  <a:pt x="4842" y="12239"/>
                </a:lnTo>
                <a:lnTo>
                  <a:pt x="5013" y="12458"/>
                </a:lnTo>
                <a:lnTo>
                  <a:pt x="5207" y="12677"/>
                </a:lnTo>
                <a:lnTo>
                  <a:pt x="5426" y="12872"/>
                </a:lnTo>
                <a:lnTo>
                  <a:pt x="5670" y="13067"/>
                </a:lnTo>
                <a:lnTo>
                  <a:pt x="5913" y="13213"/>
                </a:lnTo>
                <a:lnTo>
                  <a:pt x="6181" y="13334"/>
                </a:lnTo>
                <a:lnTo>
                  <a:pt x="6473" y="13456"/>
                </a:lnTo>
                <a:lnTo>
                  <a:pt x="6740" y="13529"/>
                </a:lnTo>
                <a:lnTo>
                  <a:pt x="7032" y="13602"/>
                </a:lnTo>
                <a:lnTo>
                  <a:pt x="7324" y="13650"/>
                </a:lnTo>
                <a:lnTo>
                  <a:pt x="7933" y="13650"/>
                </a:lnTo>
                <a:lnTo>
                  <a:pt x="8225" y="13626"/>
                </a:lnTo>
                <a:lnTo>
                  <a:pt x="8541" y="13577"/>
                </a:lnTo>
                <a:lnTo>
                  <a:pt x="8833" y="13505"/>
                </a:lnTo>
                <a:lnTo>
                  <a:pt x="9125" y="13407"/>
                </a:lnTo>
                <a:lnTo>
                  <a:pt x="9393" y="13310"/>
                </a:lnTo>
                <a:lnTo>
                  <a:pt x="9660" y="13164"/>
                </a:lnTo>
                <a:lnTo>
                  <a:pt x="9903" y="12994"/>
                </a:lnTo>
                <a:lnTo>
                  <a:pt x="10147" y="12823"/>
                </a:lnTo>
                <a:lnTo>
                  <a:pt x="10390" y="12604"/>
                </a:lnTo>
                <a:lnTo>
                  <a:pt x="10585" y="12361"/>
                </a:lnTo>
                <a:lnTo>
                  <a:pt x="10779" y="12118"/>
                </a:lnTo>
                <a:lnTo>
                  <a:pt x="10925" y="11826"/>
                </a:lnTo>
                <a:lnTo>
                  <a:pt x="11071" y="11558"/>
                </a:lnTo>
                <a:lnTo>
                  <a:pt x="11193" y="11242"/>
                </a:lnTo>
                <a:lnTo>
                  <a:pt x="11266" y="10950"/>
                </a:lnTo>
                <a:lnTo>
                  <a:pt x="11339" y="10633"/>
                </a:lnTo>
                <a:lnTo>
                  <a:pt x="11388" y="10317"/>
                </a:lnTo>
                <a:lnTo>
                  <a:pt x="11388" y="9976"/>
                </a:lnTo>
                <a:lnTo>
                  <a:pt x="11363" y="9660"/>
                </a:lnTo>
                <a:lnTo>
                  <a:pt x="11315" y="9368"/>
                </a:lnTo>
                <a:lnTo>
                  <a:pt x="11242" y="9052"/>
                </a:lnTo>
                <a:lnTo>
                  <a:pt x="11120" y="8760"/>
                </a:lnTo>
                <a:lnTo>
                  <a:pt x="10974" y="8492"/>
                </a:lnTo>
                <a:lnTo>
                  <a:pt x="10147" y="9295"/>
                </a:lnTo>
                <a:lnTo>
                  <a:pt x="9733" y="9733"/>
                </a:lnTo>
                <a:lnTo>
                  <a:pt x="9636" y="9855"/>
                </a:lnTo>
                <a:lnTo>
                  <a:pt x="9636" y="9879"/>
                </a:lnTo>
                <a:lnTo>
                  <a:pt x="9636" y="10244"/>
                </a:lnTo>
                <a:lnTo>
                  <a:pt x="9587" y="10609"/>
                </a:lnTo>
                <a:lnTo>
                  <a:pt x="9539" y="10779"/>
                </a:lnTo>
                <a:lnTo>
                  <a:pt x="9466" y="10950"/>
                </a:lnTo>
                <a:lnTo>
                  <a:pt x="9393" y="11096"/>
                </a:lnTo>
                <a:lnTo>
                  <a:pt x="9295" y="11242"/>
                </a:lnTo>
                <a:lnTo>
                  <a:pt x="9149" y="11363"/>
                </a:lnTo>
                <a:lnTo>
                  <a:pt x="9003" y="11485"/>
                </a:lnTo>
                <a:lnTo>
                  <a:pt x="8882" y="11582"/>
                </a:lnTo>
                <a:lnTo>
                  <a:pt x="8736" y="11655"/>
                </a:lnTo>
                <a:lnTo>
                  <a:pt x="8590" y="11704"/>
                </a:lnTo>
                <a:lnTo>
                  <a:pt x="8444" y="11728"/>
                </a:lnTo>
                <a:lnTo>
                  <a:pt x="8127" y="11777"/>
                </a:lnTo>
                <a:lnTo>
                  <a:pt x="7811" y="11777"/>
                </a:lnTo>
                <a:lnTo>
                  <a:pt x="7470" y="11728"/>
                </a:lnTo>
                <a:lnTo>
                  <a:pt x="7178" y="11631"/>
                </a:lnTo>
                <a:lnTo>
                  <a:pt x="6886" y="11509"/>
                </a:lnTo>
                <a:lnTo>
                  <a:pt x="6643" y="11339"/>
                </a:lnTo>
                <a:lnTo>
                  <a:pt x="6521" y="11217"/>
                </a:lnTo>
                <a:lnTo>
                  <a:pt x="6400" y="11096"/>
                </a:lnTo>
                <a:lnTo>
                  <a:pt x="6327" y="10974"/>
                </a:lnTo>
                <a:lnTo>
                  <a:pt x="6254" y="10852"/>
                </a:lnTo>
                <a:lnTo>
                  <a:pt x="6132" y="10560"/>
                </a:lnTo>
                <a:lnTo>
                  <a:pt x="6059" y="10244"/>
                </a:lnTo>
                <a:lnTo>
                  <a:pt x="6059" y="9928"/>
                </a:lnTo>
                <a:lnTo>
                  <a:pt x="6083" y="9636"/>
                </a:lnTo>
                <a:lnTo>
                  <a:pt x="6181" y="9319"/>
                </a:lnTo>
                <a:lnTo>
                  <a:pt x="6302" y="9052"/>
                </a:lnTo>
                <a:lnTo>
                  <a:pt x="6400" y="8906"/>
                </a:lnTo>
                <a:lnTo>
                  <a:pt x="6497" y="8808"/>
                </a:lnTo>
                <a:lnTo>
                  <a:pt x="6594" y="8687"/>
                </a:lnTo>
                <a:lnTo>
                  <a:pt x="6716" y="8614"/>
                </a:lnTo>
                <a:lnTo>
                  <a:pt x="6984" y="8468"/>
                </a:lnTo>
                <a:lnTo>
                  <a:pt x="7276" y="8370"/>
                </a:lnTo>
                <a:lnTo>
                  <a:pt x="7495" y="8322"/>
                </a:lnTo>
                <a:lnTo>
                  <a:pt x="7689" y="8322"/>
                </a:lnTo>
                <a:lnTo>
                  <a:pt x="8054" y="8370"/>
                </a:lnTo>
                <a:lnTo>
                  <a:pt x="8200" y="8200"/>
                </a:lnTo>
                <a:lnTo>
                  <a:pt x="8565" y="7811"/>
                </a:lnTo>
                <a:lnTo>
                  <a:pt x="8955" y="7421"/>
                </a:lnTo>
                <a:lnTo>
                  <a:pt x="9344" y="7032"/>
                </a:lnTo>
                <a:lnTo>
                  <a:pt x="9295" y="6983"/>
                </a:lnTo>
                <a:lnTo>
                  <a:pt x="9247" y="6959"/>
                </a:lnTo>
                <a:lnTo>
                  <a:pt x="8906" y="6862"/>
                </a:lnTo>
                <a:lnTo>
                  <a:pt x="8565" y="6764"/>
                </a:lnTo>
                <a:lnTo>
                  <a:pt x="8225" y="6716"/>
                </a:lnTo>
                <a:lnTo>
                  <a:pt x="7884" y="6691"/>
                </a:lnTo>
                <a:close/>
                <a:moveTo>
                  <a:pt x="13407" y="15621"/>
                </a:moveTo>
                <a:lnTo>
                  <a:pt x="13505" y="15694"/>
                </a:lnTo>
                <a:lnTo>
                  <a:pt x="13310" y="15865"/>
                </a:lnTo>
                <a:lnTo>
                  <a:pt x="13213" y="15962"/>
                </a:lnTo>
                <a:lnTo>
                  <a:pt x="13115" y="16059"/>
                </a:lnTo>
                <a:lnTo>
                  <a:pt x="12969" y="16278"/>
                </a:lnTo>
                <a:lnTo>
                  <a:pt x="12969" y="16303"/>
                </a:lnTo>
                <a:lnTo>
                  <a:pt x="12969" y="16351"/>
                </a:lnTo>
                <a:lnTo>
                  <a:pt x="12994" y="16400"/>
                </a:lnTo>
                <a:lnTo>
                  <a:pt x="13067" y="16424"/>
                </a:lnTo>
                <a:lnTo>
                  <a:pt x="13115" y="16424"/>
                </a:lnTo>
                <a:lnTo>
                  <a:pt x="13140" y="16400"/>
                </a:lnTo>
                <a:lnTo>
                  <a:pt x="13237" y="16327"/>
                </a:lnTo>
                <a:lnTo>
                  <a:pt x="13334" y="16254"/>
                </a:lnTo>
                <a:lnTo>
                  <a:pt x="13553" y="16132"/>
                </a:lnTo>
                <a:lnTo>
                  <a:pt x="13699" y="16035"/>
                </a:lnTo>
                <a:lnTo>
                  <a:pt x="13845" y="15938"/>
                </a:lnTo>
                <a:lnTo>
                  <a:pt x="13918" y="15986"/>
                </a:lnTo>
                <a:lnTo>
                  <a:pt x="13772" y="16132"/>
                </a:lnTo>
                <a:lnTo>
                  <a:pt x="13651" y="16254"/>
                </a:lnTo>
                <a:lnTo>
                  <a:pt x="13553" y="16351"/>
                </a:lnTo>
                <a:lnTo>
                  <a:pt x="13456" y="16497"/>
                </a:lnTo>
                <a:lnTo>
                  <a:pt x="13407" y="16570"/>
                </a:lnTo>
                <a:lnTo>
                  <a:pt x="13383" y="16643"/>
                </a:lnTo>
                <a:lnTo>
                  <a:pt x="13383" y="16692"/>
                </a:lnTo>
                <a:lnTo>
                  <a:pt x="13432" y="16741"/>
                </a:lnTo>
                <a:lnTo>
                  <a:pt x="13553" y="16741"/>
                </a:lnTo>
                <a:lnTo>
                  <a:pt x="13675" y="16668"/>
                </a:lnTo>
                <a:lnTo>
                  <a:pt x="13870" y="16497"/>
                </a:lnTo>
                <a:lnTo>
                  <a:pt x="14137" y="16278"/>
                </a:lnTo>
                <a:lnTo>
                  <a:pt x="14186" y="16230"/>
                </a:lnTo>
                <a:lnTo>
                  <a:pt x="14283" y="16351"/>
                </a:lnTo>
                <a:lnTo>
                  <a:pt x="13967" y="16643"/>
                </a:lnTo>
                <a:lnTo>
                  <a:pt x="13821" y="16862"/>
                </a:lnTo>
                <a:lnTo>
                  <a:pt x="13675" y="17057"/>
                </a:lnTo>
                <a:lnTo>
                  <a:pt x="13675" y="17106"/>
                </a:lnTo>
                <a:lnTo>
                  <a:pt x="13724" y="17106"/>
                </a:lnTo>
                <a:lnTo>
                  <a:pt x="13967" y="16984"/>
                </a:lnTo>
                <a:lnTo>
                  <a:pt x="14210" y="16887"/>
                </a:lnTo>
                <a:lnTo>
                  <a:pt x="14381" y="16789"/>
                </a:lnTo>
                <a:lnTo>
                  <a:pt x="14527" y="16668"/>
                </a:lnTo>
                <a:lnTo>
                  <a:pt x="14600" y="16765"/>
                </a:lnTo>
                <a:lnTo>
                  <a:pt x="14575" y="16789"/>
                </a:lnTo>
                <a:lnTo>
                  <a:pt x="14259" y="17033"/>
                </a:lnTo>
                <a:lnTo>
                  <a:pt x="14113" y="17154"/>
                </a:lnTo>
                <a:lnTo>
                  <a:pt x="13991" y="17300"/>
                </a:lnTo>
                <a:lnTo>
                  <a:pt x="13991" y="17349"/>
                </a:lnTo>
                <a:lnTo>
                  <a:pt x="14016" y="17349"/>
                </a:lnTo>
                <a:lnTo>
                  <a:pt x="14210" y="17300"/>
                </a:lnTo>
                <a:lnTo>
                  <a:pt x="14356" y="17252"/>
                </a:lnTo>
                <a:lnTo>
                  <a:pt x="14551" y="17154"/>
                </a:lnTo>
                <a:lnTo>
                  <a:pt x="14721" y="17057"/>
                </a:lnTo>
                <a:lnTo>
                  <a:pt x="14746" y="17203"/>
                </a:lnTo>
                <a:lnTo>
                  <a:pt x="14624" y="17252"/>
                </a:lnTo>
                <a:lnTo>
                  <a:pt x="14478" y="17300"/>
                </a:lnTo>
                <a:lnTo>
                  <a:pt x="14332" y="17373"/>
                </a:lnTo>
                <a:lnTo>
                  <a:pt x="14259" y="17422"/>
                </a:lnTo>
                <a:lnTo>
                  <a:pt x="14186" y="17471"/>
                </a:lnTo>
                <a:lnTo>
                  <a:pt x="14137" y="17544"/>
                </a:lnTo>
                <a:lnTo>
                  <a:pt x="14162" y="17641"/>
                </a:lnTo>
                <a:lnTo>
                  <a:pt x="14210" y="17690"/>
                </a:lnTo>
                <a:lnTo>
                  <a:pt x="14283" y="17714"/>
                </a:lnTo>
                <a:lnTo>
                  <a:pt x="14429" y="17714"/>
                </a:lnTo>
                <a:lnTo>
                  <a:pt x="14575" y="17665"/>
                </a:lnTo>
                <a:lnTo>
                  <a:pt x="14697" y="17617"/>
                </a:lnTo>
                <a:lnTo>
                  <a:pt x="14697" y="17641"/>
                </a:lnTo>
                <a:lnTo>
                  <a:pt x="14600" y="17738"/>
                </a:lnTo>
                <a:lnTo>
                  <a:pt x="14502" y="17811"/>
                </a:lnTo>
                <a:lnTo>
                  <a:pt x="14405" y="17860"/>
                </a:lnTo>
                <a:lnTo>
                  <a:pt x="14283" y="17884"/>
                </a:lnTo>
                <a:lnTo>
                  <a:pt x="14162" y="17909"/>
                </a:lnTo>
                <a:lnTo>
                  <a:pt x="14040" y="17884"/>
                </a:lnTo>
                <a:lnTo>
                  <a:pt x="13772" y="17836"/>
                </a:lnTo>
                <a:lnTo>
                  <a:pt x="13529" y="17738"/>
                </a:lnTo>
                <a:lnTo>
                  <a:pt x="13261" y="17592"/>
                </a:lnTo>
                <a:lnTo>
                  <a:pt x="13067" y="17471"/>
                </a:lnTo>
                <a:lnTo>
                  <a:pt x="12896" y="17349"/>
                </a:lnTo>
                <a:lnTo>
                  <a:pt x="12726" y="17179"/>
                </a:lnTo>
                <a:lnTo>
                  <a:pt x="12556" y="16984"/>
                </a:lnTo>
                <a:lnTo>
                  <a:pt x="12337" y="16765"/>
                </a:lnTo>
                <a:lnTo>
                  <a:pt x="12239" y="16692"/>
                </a:lnTo>
                <a:lnTo>
                  <a:pt x="12118" y="16668"/>
                </a:lnTo>
                <a:lnTo>
                  <a:pt x="12458" y="16424"/>
                </a:lnTo>
                <a:lnTo>
                  <a:pt x="12799" y="16181"/>
                </a:lnTo>
                <a:lnTo>
                  <a:pt x="13115" y="15913"/>
                </a:lnTo>
                <a:lnTo>
                  <a:pt x="13407" y="15621"/>
                </a:lnTo>
                <a:close/>
                <a:moveTo>
                  <a:pt x="2287" y="15548"/>
                </a:moveTo>
                <a:lnTo>
                  <a:pt x="2579" y="15840"/>
                </a:lnTo>
                <a:lnTo>
                  <a:pt x="2871" y="16084"/>
                </a:lnTo>
                <a:lnTo>
                  <a:pt x="3188" y="16351"/>
                </a:lnTo>
                <a:lnTo>
                  <a:pt x="3504" y="16570"/>
                </a:lnTo>
                <a:lnTo>
                  <a:pt x="3382" y="16765"/>
                </a:lnTo>
                <a:lnTo>
                  <a:pt x="3358" y="16741"/>
                </a:lnTo>
                <a:lnTo>
                  <a:pt x="3309" y="16668"/>
                </a:lnTo>
                <a:lnTo>
                  <a:pt x="3261" y="16619"/>
                </a:lnTo>
                <a:lnTo>
                  <a:pt x="3115" y="16522"/>
                </a:lnTo>
                <a:lnTo>
                  <a:pt x="2944" y="16449"/>
                </a:lnTo>
                <a:lnTo>
                  <a:pt x="2823" y="16351"/>
                </a:lnTo>
                <a:lnTo>
                  <a:pt x="2774" y="16351"/>
                </a:lnTo>
                <a:lnTo>
                  <a:pt x="2774" y="16376"/>
                </a:lnTo>
                <a:lnTo>
                  <a:pt x="2823" y="16522"/>
                </a:lnTo>
                <a:lnTo>
                  <a:pt x="2944" y="16668"/>
                </a:lnTo>
                <a:lnTo>
                  <a:pt x="2969" y="16692"/>
                </a:lnTo>
                <a:lnTo>
                  <a:pt x="2725" y="16546"/>
                </a:lnTo>
                <a:lnTo>
                  <a:pt x="2604" y="16497"/>
                </a:lnTo>
                <a:lnTo>
                  <a:pt x="2458" y="16473"/>
                </a:lnTo>
                <a:lnTo>
                  <a:pt x="2433" y="16473"/>
                </a:lnTo>
                <a:lnTo>
                  <a:pt x="2433" y="16522"/>
                </a:lnTo>
                <a:lnTo>
                  <a:pt x="2482" y="16619"/>
                </a:lnTo>
                <a:lnTo>
                  <a:pt x="2555" y="16692"/>
                </a:lnTo>
                <a:lnTo>
                  <a:pt x="2725" y="16862"/>
                </a:lnTo>
                <a:lnTo>
                  <a:pt x="2896" y="17008"/>
                </a:lnTo>
                <a:lnTo>
                  <a:pt x="3090" y="17130"/>
                </a:lnTo>
                <a:lnTo>
                  <a:pt x="2920" y="17300"/>
                </a:lnTo>
                <a:lnTo>
                  <a:pt x="2871" y="17276"/>
                </a:lnTo>
                <a:lnTo>
                  <a:pt x="2774" y="17203"/>
                </a:lnTo>
                <a:lnTo>
                  <a:pt x="2701" y="17106"/>
                </a:lnTo>
                <a:lnTo>
                  <a:pt x="2604" y="17008"/>
                </a:lnTo>
                <a:lnTo>
                  <a:pt x="2506" y="16935"/>
                </a:lnTo>
                <a:lnTo>
                  <a:pt x="2385" y="16887"/>
                </a:lnTo>
                <a:lnTo>
                  <a:pt x="2336" y="16862"/>
                </a:lnTo>
                <a:lnTo>
                  <a:pt x="2263" y="16887"/>
                </a:lnTo>
                <a:lnTo>
                  <a:pt x="2239" y="16911"/>
                </a:lnTo>
                <a:lnTo>
                  <a:pt x="2239" y="16960"/>
                </a:lnTo>
                <a:lnTo>
                  <a:pt x="2287" y="17057"/>
                </a:lnTo>
                <a:lnTo>
                  <a:pt x="2336" y="17179"/>
                </a:lnTo>
                <a:lnTo>
                  <a:pt x="2433" y="17300"/>
                </a:lnTo>
                <a:lnTo>
                  <a:pt x="2506" y="17422"/>
                </a:lnTo>
                <a:lnTo>
                  <a:pt x="2652" y="17544"/>
                </a:lnTo>
                <a:lnTo>
                  <a:pt x="2531" y="17617"/>
                </a:lnTo>
                <a:lnTo>
                  <a:pt x="2336" y="17519"/>
                </a:lnTo>
                <a:lnTo>
                  <a:pt x="2166" y="17398"/>
                </a:lnTo>
                <a:lnTo>
                  <a:pt x="2068" y="17325"/>
                </a:lnTo>
                <a:lnTo>
                  <a:pt x="1995" y="17300"/>
                </a:lnTo>
                <a:lnTo>
                  <a:pt x="1898" y="17252"/>
                </a:lnTo>
                <a:lnTo>
                  <a:pt x="1777" y="17227"/>
                </a:lnTo>
                <a:lnTo>
                  <a:pt x="1752" y="17252"/>
                </a:lnTo>
                <a:lnTo>
                  <a:pt x="1728" y="17276"/>
                </a:lnTo>
                <a:lnTo>
                  <a:pt x="1777" y="17398"/>
                </a:lnTo>
                <a:lnTo>
                  <a:pt x="1825" y="17519"/>
                </a:lnTo>
                <a:lnTo>
                  <a:pt x="1898" y="17641"/>
                </a:lnTo>
                <a:lnTo>
                  <a:pt x="1995" y="17738"/>
                </a:lnTo>
                <a:lnTo>
                  <a:pt x="2117" y="17860"/>
                </a:lnTo>
                <a:lnTo>
                  <a:pt x="1874" y="17763"/>
                </a:lnTo>
                <a:lnTo>
                  <a:pt x="1679" y="17665"/>
                </a:lnTo>
                <a:lnTo>
                  <a:pt x="1582" y="17617"/>
                </a:lnTo>
                <a:lnTo>
                  <a:pt x="1485" y="17592"/>
                </a:lnTo>
                <a:lnTo>
                  <a:pt x="1436" y="17592"/>
                </a:lnTo>
                <a:lnTo>
                  <a:pt x="1363" y="17641"/>
                </a:lnTo>
                <a:lnTo>
                  <a:pt x="1339" y="17690"/>
                </a:lnTo>
                <a:lnTo>
                  <a:pt x="1339" y="17738"/>
                </a:lnTo>
                <a:lnTo>
                  <a:pt x="1412" y="17860"/>
                </a:lnTo>
                <a:lnTo>
                  <a:pt x="1509" y="17957"/>
                </a:lnTo>
                <a:lnTo>
                  <a:pt x="1363" y="17909"/>
                </a:lnTo>
                <a:lnTo>
                  <a:pt x="1266" y="17836"/>
                </a:lnTo>
                <a:lnTo>
                  <a:pt x="1168" y="17738"/>
                </a:lnTo>
                <a:lnTo>
                  <a:pt x="1095" y="17592"/>
                </a:lnTo>
                <a:lnTo>
                  <a:pt x="1071" y="17422"/>
                </a:lnTo>
                <a:lnTo>
                  <a:pt x="1095" y="17227"/>
                </a:lnTo>
                <a:lnTo>
                  <a:pt x="1144" y="17057"/>
                </a:lnTo>
                <a:lnTo>
                  <a:pt x="1217" y="16887"/>
                </a:lnTo>
                <a:lnTo>
                  <a:pt x="1436" y="16522"/>
                </a:lnTo>
                <a:lnTo>
                  <a:pt x="1631" y="16254"/>
                </a:lnTo>
                <a:lnTo>
                  <a:pt x="1777" y="16059"/>
                </a:lnTo>
                <a:lnTo>
                  <a:pt x="1947" y="15889"/>
                </a:lnTo>
                <a:lnTo>
                  <a:pt x="2117" y="15719"/>
                </a:lnTo>
                <a:lnTo>
                  <a:pt x="2287" y="15548"/>
                </a:lnTo>
                <a:close/>
                <a:moveTo>
                  <a:pt x="7689" y="2336"/>
                </a:moveTo>
                <a:lnTo>
                  <a:pt x="7203" y="2360"/>
                </a:lnTo>
                <a:lnTo>
                  <a:pt x="6716" y="2409"/>
                </a:lnTo>
                <a:lnTo>
                  <a:pt x="6205" y="2482"/>
                </a:lnTo>
                <a:lnTo>
                  <a:pt x="5718" y="2604"/>
                </a:lnTo>
                <a:lnTo>
                  <a:pt x="5256" y="2725"/>
                </a:lnTo>
                <a:lnTo>
                  <a:pt x="4794" y="2896"/>
                </a:lnTo>
                <a:lnTo>
                  <a:pt x="4404" y="3066"/>
                </a:lnTo>
                <a:lnTo>
                  <a:pt x="4015" y="3261"/>
                </a:lnTo>
                <a:lnTo>
                  <a:pt x="3626" y="3480"/>
                </a:lnTo>
                <a:lnTo>
                  <a:pt x="3261" y="3723"/>
                </a:lnTo>
                <a:lnTo>
                  <a:pt x="2896" y="3966"/>
                </a:lnTo>
                <a:lnTo>
                  <a:pt x="2555" y="4258"/>
                </a:lnTo>
                <a:lnTo>
                  <a:pt x="2214" y="4526"/>
                </a:lnTo>
                <a:lnTo>
                  <a:pt x="1923" y="4842"/>
                </a:lnTo>
                <a:lnTo>
                  <a:pt x="1655" y="5134"/>
                </a:lnTo>
                <a:lnTo>
                  <a:pt x="1412" y="5451"/>
                </a:lnTo>
                <a:lnTo>
                  <a:pt x="1217" y="5791"/>
                </a:lnTo>
                <a:lnTo>
                  <a:pt x="1071" y="6156"/>
                </a:lnTo>
                <a:lnTo>
                  <a:pt x="657" y="7105"/>
                </a:lnTo>
                <a:lnTo>
                  <a:pt x="463" y="7592"/>
                </a:lnTo>
                <a:lnTo>
                  <a:pt x="292" y="8078"/>
                </a:lnTo>
                <a:lnTo>
                  <a:pt x="171" y="8565"/>
                </a:lnTo>
                <a:lnTo>
                  <a:pt x="73" y="9052"/>
                </a:lnTo>
                <a:lnTo>
                  <a:pt x="25" y="9563"/>
                </a:lnTo>
                <a:lnTo>
                  <a:pt x="0" y="10074"/>
                </a:lnTo>
                <a:lnTo>
                  <a:pt x="25" y="10585"/>
                </a:lnTo>
                <a:lnTo>
                  <a:pt x="49" y="11096"/>
                </a:lnTo>
                <a:lnTo>
                  <a:pt x="122" y="11607"/>
                </a:lnTo>
                <a:lnTo>
                  <a:pt x="195" y="12093"/>
                </a:lnTo>
                <a:lnTo>
                  <a:pt x="268" y="12531"/>
                </a:lnTo>
                <a:lnTo>
                  <a:pt x="414" y="12945"/>
                </a:lnTo>
                <a:lnTo>
                  <a:pt x="584" y="13359"/>
                </a:lnTo>
                <a:lnTo>
                  <a:pt x="779" y="13723"/>
                </a:lnTo>
                <a:lnTo>
                  <a:pt x="1022" y="14088"/>
                </a:lnTo>
                <a:lnTo>
                  <a:pt x="1290" y="14453"/>
                </a:lnTo>
                <a:lnTo>
                  <a:pt x="1558" y="14794"/>
                </a:lnTo>
                <a:lnTo>
                  <a:pt x="1850" y="15135"/>
                </a:lnTo>
                <a:lnTo>
                  <a:pt x="1995" y="15281"/>
                </a:lnTo>
                <a:lnTo>
                  <a:pt x="1850" y="15378"/>
                </a:lnTo>
                <a:lnTo>
                  <a:pt x="1704" y="15500"/>
                </a:lnTo>
                <a:lnTo>
                  <a:pt x="1582" y="15621"/>
                </a:lnTo>
                <a:lnTo>
                  <a:pt x="1460" y="15767"/>
                </a:lnTo>
                <a:lnTo>
                  <a:pt x="1217" y="16084"/>
                </a:lnTo>
                <a:lnTo>
                  <a:pt x="1047" y="16351"/>
                </a:lnTo>
                <a:lnTo>
                  <a:pt x="925" y="16546"/>
                </a:lnTo>
                <a:lnTo>
                  <a:pt x="828" y="16741"/>
                </a:lnTo>
                <a:lnTo>
                  <a:pt x="730" y="16960"/>
                </a:lnTo>
                <a:lnTo>
                  <a:pt x="682" y="17179"/>
                </a:lnTo>
                <a:lnTo>
                  <a:pt x="633" y="17398"/>
                </a:lnTo>
                <a:lnTo>
                  <a:pt x="657" y="17617"/>
                </a:lnTo>
                <a:lnTo>
                  <a:pt x="706" y="17836"/>
                </a:lnTo>
                <a:lnTo>
                  <a:pt x="828" y="18055"/>
                </a:lnTo>
                <a:lnTo>
                  <a:pt x="901" y="18152"/>
                </a:lnTo>
                <a:lnTo>
                  <a:pt x="974" y="18225"/>
                </a:lnTo>
                <a:lnTo>
                  <a:pt x="1144" y="18322"/>
                </a:lnTo>
                <a:lnTo>
                  <a:pt x="1339" y="18395"/>
                </a:lnTo>
                <a:lnTo>
                  <a:pt x="1558" y="18420"/>
                </a:lnTo>
                <a:lnTo>
                  <a:pt x="1777" y="18420"/>
                </a:lnTo>
                <a:lnTo>
                  <a:pt x="1995" y="18371"/>
                </a:lnTo>
                <a:lnTo>
                  <a:pt x="2190" y="18322"/>
                </a:lnTo>
                <a:lnTo>
                  <a:pt x="2385" y="18249"/>
                </a:lnTo>
                <a:lnTo>
                  <a:pt x="2604" y="18128"/>
                </a:lnTo>
                <a:lnTo>
                  <a:pt x="2823" y="18006"/>
                </a:lnTo>
                <a:lnTo>
                  <a:pt x="3042" y="17836"/>
                </a:lnTo>
                <a:lnTo>
                  <a:pt x="3236" y="17665"/>
                </a:lnTo>
                <a:lnTo>
                  <a:pt x="3431" y="17471"/>
                </a:lnTo>
                <a:lnTo>
                  <a:pt x="3601" y="17276"/>
                </a:lnTo>
                <a:lnTo>
                  <a:pt x="3893" y="16838"/>
                </a:lnTo>
                <a:lnTo>
                  <a:pt x="4258" y="17081"/>
                </a:lnTo>
                <a:lnTo>
                  <a:pt x="4648" y="17276"/>
                </a:lnTo>
                <a:lnTo>
                  <a:pt x="4867" y="17398"/>
                </a:lnTo>
                <a:lnTo>
                  <a:pt x="5110" y="17495"/>
                </a:lnTo>
                <a:lnTo>
                  <a:pt x="5353" y="17568"/>
                </a:lnTo>
                <a:lnTo>
                  <a:pt x="5597" y="17641"/>
                </a:lnTo>
                <a:lnTo>
                  <a:pt x="6083" y="17738"/>
                </a:lnTo>
                <a:lnTo>
                  <a:pt x="6594" y="17811"/>
                </a:lnTo>
                <a:lnTo>
                  <a:pt x="7057" y="17884"/>
                </a:lnTo>
                <a:lnTo>
                  <a:pt x="7519" y="17909"/>
                </a:lnTo>
                <a:lnTo>
                  <a:pt x="8006" y="17909"/>
                </a:lnTo>
                <a:lnTo>
                  <a:pt x="8492" y="17860"/>
                </a:lnTo>
                <a:lnTo>
                  <a:pt x="8541" y="17884"/>
                </a:lnTo>
                <a:lnTo>
                  <a:pt x="8590" y="17860"/>
                </a:lnTo>
                <a:lnTo>
                  <a:pt x="8736" y="17811"/>
                </a:lnTo>
                <a:lnTo>
                  <a:pt x="8906" y="17787"/>
                </a:lnTo>
                <a:lnTo>
                  <a:pt x="9222" y="17738"/>
                </a:lnTo>
                <a:lnTo>
                  <a:pt x="9514" y="17690"/>
                </a:lnTo>
                <a:lnTo>
                  <a:pt x="9782" y="17592"/>
                </a:lnTo>
                <a:lnTo>
                  <a:pt x="10317" y="17398"/>
                </a:lnTo>
                <a:lnTo>
                  <a:pt x="11120" y="17130"/>
                </a:lnTo>
                <a:lnTo>
                  <a:pt x="11509" y="16984"/>
                </a:lnTo>
                <a:lnTo>
                  <a:pt x="11899" y="16789"/>
                </a:lnTo>
                <a:lnTo>
                  <a:pt x="11899" y="16814"/>
                </a:lnTo>
                <a:lnTo>
                  <a:pt x="11996" y="17033"/>
                </a:lnTo>
                <a:lnTo>
                  <a:pt x="12118" y="17227"/>
                </a:lnTo>
                <a:lnTo>
                  <a:pt x="12288" y="17446"/>
                </a:lnTo>
                <a:lnTo>
                  <a:pt x="12483" y="17641"/>
                </a:lnTo>
                <a:lnTo>
                  <a:pt x="12702" y="17811"/>
                </a:lnTo>
                <a:lnTo>
                  <a:pt x="12921" y="17957"/>
                </a:lnTo>
                <a:lnTo>
                  <a:pt x="13115" y="18079"/>
                </a:lnTo>
                <a:lnTo>
                  <a:pt x="13334" y="18176"/>
                </a:lnTo>
                <a:lnTo>
                  <a:pt x="13529" y="18249"/>
                </a:lnTo>
                <a:lnTo>
                  <a:pt x="13748" y="18298"/>
                </a:lnTo>
                <a:lnTo>
                  <a:pt x="13991" y="18347"/>
                </a:lnTo>
                <a:lnTo>
                  <a:pt x="14259" y="18347"/>
                </a:lnTo>
                <a:lnTo>
                  <a:pt x="14478" y="18322"/>
                </a:lnTo>
                <a:lnTo>
                  <a:pt x="14721" y="18249"/>
                </a:lnTo>
                <a:lnTo>
                  <a:pt x="14819" y="18176"/>
                </a:lnTo>
                <a:lnTo>
                  <a:pt x="14892" y="18103"/>
                </a:lnTo>
                <a:lnTo>
                  <a:pt x="14989" y="18030"/>
                </a:lnTo>
                <a:lnTo>
                  <a:pt x="15038" y="17933"/>
                </a:lnTo>
                <a:lnTo>
                  <a:pt x="15135" y="17763"/>
                </a:lnTo>
                <a:lnTo>
                  <a:pt x="15159" y="17568"/>
                </a:lnTo>
                <a:lnTo>
                  <a:pt x="15184" y="17373"/>
                </a:lnTo>
                <a:lnTo>
                  <a:pt x="15159" y="17203"/>
                </a:lnTo>
                <a:lnTo>
                  <a:pt x="15111" y="17008"/>
                </a:lnTo>
                <a:lnTo>
                  <a:pt x="15062" y="16838"/>
                </a:lnTo>
                <a:lnTo>
                  <a:pt x="14965" y="16643"/>
                </a:lnTo>
                <a:lnTo>
                  <a:pt x="14867" y="16473"/>
                </a:lnTo>
                <a:lnTo>
                  <a:pt x="14600" y="16132"/>
                </a:lnTo>
                <a:lnTo>
                  <a:pt x="14308" y="15792"/>
                </a:lnTo>
                <a:lnTo>
                  <a:pt x="13991" y="15524"/>
                </a:lnTo>
                <a:lnTo>
                  <a:pt x="13675" y="15281"/>
                </a:lnTo>
                <a:lnTo>
                  <a:pt x="13967" y="14916"/>
                </a:lnTo>
                <a:lnTo>
                  <a:pt x="14235" y="14551"/>
                </a:lnTo>
                <a:lnTo>
                  <a:pt x="14478" y="14137"/>
                </a:lnTo>
                <a:lnTo>
                  <a:pt x="14673" y="13748"/>
                </a:lnTo>
                <a:lnTo>
                  <a:pt x="14916" y="13237"/>
                </a:lnTo>
                <a:lnTo>
                  <a:pt x="15111" y="12677"/>
                </a:lnTo>
                <a:lnTo>
                  <a:pt x="15257" y="12118"/>
                </a:lnTo>
                <a:lnTo>
                  <a:pt x="15378" y="11534"/>
                </a:lnTo>
                <a:lnTo>
                  <a:pt x="15476" y="10950"/>
                </a:lnTo>
                <a:lnTo>
                  <a:pt x="15524" y="10366"/>
                </a:lnTo>
                <a:lnTo>
                  <a:pt x="15549" y="9782"/>
                </a:lnTo>
                <a:lnTo>
                  <a:pt x="15549" y="9222"/>
                </a:lnTo>
                <a:lnTo>
                  <a:pt x="15524" y="8979"/>
                </a:lnTo>
                <a:lnTo>
                  <a:pt x="15476" y="8735"/>
                </a:lnTo>
                <a:lnTo>
                  <a:pt x="15354" y="8249"/>
                </a:lnTo>
                <a:lnTo>
                  <a:pt x="15208" y="7786"/>
                </a:lnTo>
                <a:lnTo>
                  <a:pt x="15038" y="7348"/>
                </a:lnTo>
                <a:lnTo>
                  <a:pt x="14867" y="6910"/>
                </a:lnTo>
                <a:lnTo>
                  <a:pt x="14794" y="6691"/>
                </a:lnTo>
                <a:lnTo>
                  <a:pt x="14697" y="6472"/>
                </a:lnTo>
                <a:lnTo>
                  <a:pt x="14575" y="6278"/>
                </a:lnTo>
                <a:lnTo>
                  <a:pt x="14429" y="6107"/>
                </a:lnTo>
                <a:lnTo>
                  <a:pt x="14381" y="6107"/>
                </a:lnTo>
                <a:lnTo>
                  <a:pt x="13991" y="6034"/>
                </a:lnTo>
                <a:lnTo>
                  <a:pt x="13578" y="5961"/>
                </a:lnTo>
                <a:lnTo>
                  <a:pt x="13042" y="6521"/>
                </a:lnTo>
                <a:lnTo>
                  <a:pt x="12458" y="7105"/>
                </a:lnTo>
                <a:lnTo>
                  <a:pt x="12580" y="7202"/>
                </a:lnTo>
                <a:lnTo>
                  <a:pt x="12702" y="7324"/>
                </a:lnTo>
                <a:lnTo>
                  <a:pt x="12799" y="7470"/>
                </a:lnTo>
                <a:lnTo>
                  <a:pt x="12872" y="7616"/>
                </a:lnTo>
                <a:lnTo>
                  <a:pt x="13018" y="7957"/>
                </a:lnTo>
                <a:lnTo>
                  <a:pt x="13140" y="8249"/>
                </a:lnTo>
                <a:lnTo>
                  <a:pt x="13213" y="8468"/>
                </a:lnTo>
                <a:lnTo>
                  <a:pt x="13286" y="8687"/>
                </a:lnTo>
                <a:lnTo>
                  <a:pt x="13383" y="9173"/>
                </a:lnTo>
                <a:lnTo>
                  <a:pt x="13407" y="9684"/>
                </a:lnTo>
                <a:lnTo>
                  <a:pt x="13407" y="10147"/>
                </a:lnTo>
                <a:lnTo>
                  <a:pt x="13383" y="10585"/>
                </a:lnTo>
                <a:lnTo>
                  <a:pt x="13310" y="11023"/>
                </a:lnTo>
                <a:lnTo>
                  <a:pt x="13188" y="11436"/>
                </a:lnTo>
                <a:lnTo>
                  <a:pt x="13042" y="11850"/>
                </a:lnTo>
                <a:lnTo>
                  <a:pt x="12872" y="12264"/>
                </a:lnTo>
                <a:lnTo>
                  <a:pt x="12677" y="12653"/>
                </a:lnTo>
                <a:lnTo>
                  <a:pt x="12458" y="13018"/>
                </a:lnTo>
                <a:lnTo>
                  <a:pt x="12239" y="13383"/>
                </a:lnTo>
                <a:lnTo>
                  <a:pt x="11923" y="13748"/>
                </a:lnTo>
                <a:lnTo>
                  <a:pt x="11582" y="14088"/>
                </a:lnTo>
                <a:lnTo>
                  <a:pt x="11217" y="14380"/>
                </a:lnTo>
                <a:lnTo>
                  <a:pt x="10828" y="14648"/>
                </a:lnTo>
                <a:lnTo>
                  <a:pt x="10414" y="14867"/>
                </a:lnTo>
                <a:lnTo>
                  <a:pt x="9976" y="15062"/>
                </a:lnTo>
                <a:lnTo>
                  <a:pt x="9539" y="15256"/>
                </a:lnTo>
                <a:lnTo>
                  <a:pt x="9101" y="15427"/>
                </a:lnTo>
                <a:lnTo>
                  <a:pt x="8809" y="15524"/>
                </a:lnTo>
                <a:lnTo>
                  <a:pt x="8517" y="15597"/>
                </a:lnTo>
                <a:lnTo>
                  <a:pt x="8225" y="15646"/>
                </a:lnTo>
                <a:lnTo>
                  <a:pt x="7957" y="15670"/>
                </a:lnTo>
                <a:lnTo>
                  <a:pt x="7397" y="15670"/>
                </a:lnTo>
                <a:lnTo>
                  <a:pt x="7130" y="15646"/>
                </a:lnTo>
                <a:lnTo>
                  <a:pt x="6862" y="15597"/>
                </a:lnTo>
                <a:lnTo>
                  <a:pt x="6594" y="15548"/>
                </a:lnTo>
                <a:lnTo>
                  <a:pt x="6327" y="15475"/>
                </a:lnTo>
                <a:lnTo>
                  <a:pt x="5816" y="15281"/>
                </a:lnTo>
                <a:lnTo>
                  <a:pt x="5280" y="15062"/>
                </a:lnTo>
                <a:lnTo>
                  <a:pt x="4769" y="14770"/>
                </a:lnTo>
                <a:lnTo>
                  <a:pt x="4015" y="14307"/>
                </a:lnTo>
                <a:lnTo>
                  <a:pt x="3918" y="14259"/>
                </a:lnTo>
                <a:lnTo>
                  <a:pt x="3820" y="14161"/>
                </a:lnTo>
                <a:lnTo>
                  <a:pt x="3674" y="13991"/>
                </a:lnTo>
                <a:lnTo>
                  <a:pt x="3382" y="13602"/>
                </a:lnTo>
                <a:lnTo>
                  <a:pt x="3066" y="13164"/>
                </a:lnTo>
                <a:lnTo>
                  <a:pt x="2774" y="12726"/>
                </a:lnTo>
                <a:lnTo>
                  <a:pt x="2652" y="12483"/>
                </a:lnTo>
                <a:lnTo>
                  <a:pt x="2555" y="12239"/>
                </a:lnTo>
                <a:lnTo>
                  <a:pt x="2458" y="11972"/>
                </a:lnTo>
                <a:lnTo>
                  <a:pt x="2360" y="11728"/>
                </a:lnTo>
                <a:lnTo>
                  <a:pt x="2263" y="11242"/>
                </a:lnTo>
                <a:lnTo>
                  <a:pt x="2214" y="10731"/>
                </a:lnTo>
                <a:lnTo>
                  <a:pt x="2214" y="10220"/>
                </a:lnTo>
                <a:lnTo>
                  <a:pt x="2239" y="9684"/>
                </a:lnTo>
                <a:lnTo>
                  <a:pt x="2336" y="9149"/>
                </a:lnTo>
                <a:lnTo>
                  <a:pt x="2433" y="8662"/>
                </a:lnTo>
                <a:lnTo>
                  <a:pt x="2604" y="8151"/>
                </a:lnTo>
                <a:lnTo>
                  <a:pt x="2774" y="7713"/>
                </a:lnTo>
                <a:lnTo>
                  <a:pt x="2969" y="7324"/>
                </a:lnTo>
                <a:lnTo>
                  <a:pt x="3188" y="6959"/>
                </a:lnTo>
                <a:lnTo>
                  <a:pt x="3431" y="6618"/>
                </a:lnTo>
                <a:lnTo>
                  <a:pt x="3699" y="6302"/>
                </a:lnTo>
                <a:lnTo>
                  <a:pt x="4015" y="6010"/>
                </a:lnTo>
                <a:lnTo>
                  <a:pt x="4331" y="5742"/>
                </a:lnTo>
                <a:lnTo>
                  <a:pt x="4648" y="5499"/>
                </a:lnTo>
                <a:lnTo>
                  <a:pt x="5013" y="5280"/>
                </a:lnTo>
                <a:lnTo>
                  <a:pt x="5378" y="5086"/>
                </a:lnTo>
                <a:lnTo>
                  <a:pt x="5767" y="4915"/>
                </a:lnTo>
                <a:lnTo>
                  <a:pt x="6156" y="4794"/>
                </a:lnTo>
                <a:lnTo>
                  <a:pt x="6570" y="4672"/>
                </a:lnTo>
                <a:lnTo>
                  <a:pt x="6984" y="4599"/>
                </a:lnTo>
                <a:lnTo>
                  <a:pt x="7397" y="4550"/>
                </a:lnTo>
                <a:lnTo>
                  <a:pt x="7811" y="4526"/>
                </a:lnTo>
                <a:lnTo>
                  <a:pt x="8225" y="4526"/>
                </a:lnTo>
                <a:lnTo>
                  <a:pt x="8614" y="4575"/>
                </a:lnTo>
                <a:lnTo>
                  <a:pt x="8979" y="4623"/>
                </a:lnTo>
                <a:lnTo>
                  <a:pt x="9344" y="4696"/>
                </a:lnTo>
                <a:lnTo>
                  <a:pt x="9685" y="4794"/>
                </a:lnTo>
                <a:lnTo>
                  <a:pt x="10049" y="4940"/>
                </a:lnTo>
                <a:lnTo>
                  <a:pt x="10390" y="5086"/>
                </a:lnTo>
                <a:lnTo>
                  <a:pt x="10706" y="5280"/>
                </a:lnTo>
                <a:lnTo>
                  <a:pt x="10998" y="5499"/>
                </a:lnTo>
                <a:lnTo>
                  <a:pt x="11363" y="5134"/>
                </a:lnTo>
                <a:lnTo>
                  <a:pt x="11704" y="4745"/>
                </a:lnTo>
                <a:lnTo>
                  <a:pt x="11874" y="4575"/>
                </a:lnTo>
                <a:lnTo>
                  <a:pt x="11801" y="4258"/>
                </a:lnTo>
                <a:lnTo>
                  <a:pt x="11777" y="3942"/>
                </a:lnTo>
                <a:lnTo>
                  <a:pt x="11728" y="3650"/>
                </a:lnTo>
                <a:lnTo>
                  <a:pt x="11680" y="3382"/>
                </a:lnTo>
                <a:lnTo>
                  <a:pt x="11169" y="3042"/>
                </a:lnTo>
                <a:lnTo>
                  <a:pt x="10925" y="2871"/>
                </a:lnTo>
                <a:lnTo>
                  <a:pt x="10633" y="2750"/>
                </a:lnTo>
                <a:lnTo>
                  <a:pt x="10147" y="2579"/>
                </a:lnTo>
                <a:lnTo>
                  <a:pt x="9685" y="2458"/>
                </a:lnTo>
                <a:lnTo>
                  <a:pt x="9174" y="2385"/>
                </a:lnTo>
                <a:lnTo>
                  <a:pt x="8687" y="2336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8195"/>
            <a:ext cx="7730563" cy="51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5"/>
          <p:cNvSpPr/>
          <p:nvPr/>
        </p:nvSpPr>
        <p:spPr>
          <a:xfrm>
            <a:off x="7823613" y="4548963"/>
            <a:ext cx="1165860" cy="4724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sng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5"/>
          <p:cNvSpPr/>
          <p:nvPr/>
        </p:nvSpPr>
        <p:spPr>
          <a:xfrm>
            <a:off x="7730565" y="0"/>
            <a:ext cx="1413435" cy="273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¿Qué estás esperando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para probarla?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Vos también tenés la solución para tu hogar al alcance de tu mano.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"/>
          <p:cNvSpPr txBox="1">
            <a:spLocks noGrp="1"/>
          </p:cNvSpPr>
          <p:nvPr>
            <p:ph type="ctrTitle" idx="4294967295"/>
          </p:nvPr>
        </p:nvSpPr>
        <p:spPr>
          <a:xfrm>
            <a:off x="685800" y="5165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60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Muchas Gracias!</a:t>
            </a:r>
            <a:endParaRPr sz="60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4" name="Google Shape;544;p36"/>
          <p:cNvSpPr txBox="1">
            <a:spLocks noGrp="1"/>
          </p:cNvSpPr>
          <p:nvPr>
            <p:ph type="body" idx="4294967295"/>
          </p:nvPr>
        </p:nvSpPr>
        <p:spPr>
          <a:xfrm>
            <a:off x="1956334" y="2152140"/>
            <a:ext cx="4935354" cy="131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Podes encontrarme en: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@Ofidi</a:t>
            </a:r>
            <a:endParaRPr/>
          </a:p>
        </p:txBody>
      </p:sp>
      <p:pic>
        <p:nvPicPr>
          <p:cNvPr id="545" name="Google Shape;545;p36"/>
          <p:cNvPicPr preferRelativeResize="0"/>
          <p:nvPr/>
        </p:nvPicPr>
        <p:blipFill rotWithShape="1">
          <a:blip r:embed="rId3">
            <a:alphaModFix/>
          </a:blip>
          <a:srcRect l="23044" t="66014" r="22245" b="15859"/>
          <a:stretch/>
        </p:blipFill>
        <p:spPr>
          <a:xfrm>
            <a:off x="2727256" y="3942957"/>
            <a:ext cx="6416744" cy="1188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7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br>
              <a:rPr lang="en"/>
            </a:br>
            <a:r>
              <a:rPr lang="en"/>
              <a:t>Anexos</a:t>
            </a:r>
            <a:endParaRPr/>
          </a:p>
        </p:txBody>
      </p:sp>
      <p:sp>
        <p:nvSpPr>
          <p:cNvPr id="551" name="Google Shape;551;p37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Links a las entregas anteriores</a:t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8"/>
          <p:cNvSpPr txBox="1"/>
          <p:nvPr/>
        </p:nvSpPr>
        <p:spPr>
          <a:xfrm>
            <a:off x="786150" y="1162682"/>
            <a:ext cx="62385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Definiendo el problema, objetivo y solución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Arquetipos y benchmarking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MVP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Arquitectura de la información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UserFlows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Wireframe Digital en Baja Fidelidad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Patrones de diseño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Prototipo Funcional y Métricas UX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Pruebas de Usabilidad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8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Links a las entregas anteriores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/>
        </p:nvSpPr>
        <p:spPr>
          <a:xfrm>
            <a:off x="557875" y="1127375"/>
            <a:ext cx="6238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9"/>
          <p:cNvSpPr txBox="1"/>
          <p:nvPr/>
        </p:nvSpPr>
        <p:spPr>
          <a:xfrm>
            <a:off x="786150" y="937676"/>
            <a:ext cx="7065000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Atomic design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Grilla y estructura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Wireframe con Guidelines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MoodBoard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Ui Kit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Microinteracciones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Elevator pitch</a:t>
            </a:r>
            <a:endParaRPr sz="14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Reporte UX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Prototipo Funcional - Ultima versión a la fecha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9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Links a las entregas anteriores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1654</Words>
  <Application>Microsoft Office PowerPoint</Application>
  <PresentationFormat>Presentación en pantalla (16:9)</PresentationFormat>
  <Paragraphs>394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9" baseType="lpstr">
      <vt:lpstr>Calibri</vt:lpstr>
      <vt:lpstr>Helvetica Neue</vt:lpstr>
      <vt:lpstr>Source Sans Pro</vt:lpstr>
      <vt:lpstr>Alfa Slab One</vt:lpstr>
      <vt:lpstr>Proxima Nova</vt:lpstr>
      <vt:lpstr>Noto Sans Symbols</vt:lpstr>
      <vt:lpstr>Arial</vt:lpstr>
      <vt:lpstr>Roboto Slab</vt:lpstr>
      <vt:lpstr>Dosis</vt:lpstr>
      <vt:lpstr>Cordelia template</vt:lpstr>
      <vt:lpstr>Oficios Diversos</vt:lpstr>
      <vt:lpstr>Hola!</vt:lpstr>
      <vt:lpstr>Presentación de PowerPoint</vt:lpstr>
      <vt:lpstr>Nuestro camino</vt:lpstr>
      <vt:lpstr>1. Empatizar</vt:lpstr>
      <vt:lpstr>“Nos enamoramos del problema y no de la solución”</vt:lpstr>
      <vt:lpstr>Anatomía del problema</vt:lpstr>
      <vt:lpstr>¿Conocemos a nuestros usuarios?</vt:lpstr>
      <vt:lpstr>Ana Profesional En relación de dependencia  </vt:lpstr>
      <vt:lpstr>2. Definir</vt:lpstr>
      <vt:lpstr>Nuestros competidores principales</vt:lpstr>
      <vt:lpstr>Presentación de PowerPoint</vt:lpstr>
      <vt:lpstr>¿Dónde nos queremos ubicar?</vt:lpstr>
      <vt:lpstr>Presentación de PowerPoint</vt:lpstr>
      <vt:lpstr>Algunas de nuestras funcionalidades</vt:lpstr>
      <vt:lpstr>Con Ofidi</vt:lpstr>
      <vt:lpstr>3. Idear</vt:lpstr>
      <vt:lpstr>Presentación de PowerPoint</vt:lpstr>
      <vt:lpstr>Presentación de PowerPoint</vt:lpstr>
      <vt:lpstr>Presentación de PowerPoint</vt:lpstr>
      <vt:lpstr>4. Prototipar</vt:lpstr>
      <vt:lpstr>Presentación de PowerPoint</vt:lpstr>
      <vt:lpstr>Empezamos a darle forma</vt:lpstr>
      <vt:lpstr>Prototipamos en alta</vt:lpstr>
      <vt:lpstr>5. Validar</vt:lpstr>
      <vt:lpstr>Usuarios que realizaron el test</vt:lpstr>
      <vt:lpstr>Tareas y encuestas que realizaron</vt:lpstr>
      <vt:lpstr>Algunos resultados</vt:lpstr>
      <vt:lpstr>80% Muy Fácil </vt:lpstr>
      <vt:lpstr>¿Nos presentamos?</vt:lpstr>
      <vt:lpstr>Presentación de PowerPoint</vt:lpstr>
      <vt:lpstr>Con Ofidi podrás encontrar personas recomendables que realicen el oficio que estas buscando! </vt:lpstr>
      <vt:lpstr>Presentación de PowerPoint</vt:lpstr>
      <vt:lpstr>Animate a Publicar</vt:lpstr>
      <vt:lpstr>Presentación de PowerPoint</vt:lpstr>
      <vt:lpstr>Muchas Gracias!</vt:lpstr>
      <vt:lpstr> Anexos</vt:lpstr>
      <vt:lpstr>Links a las entregas anteriores</vt:lpstr>
      <vt:lpstr>Links a las entregas anteriores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Enrique Sitnyk</dc:creator>
  <cp:lastModifiedBy>MARTIN ENRIQUE SITNYK</cp:lastModifiedBy>
  <cp:revision>1</cp:revision>
  <dcterms:modified xsi:type="dcterms:W3CDTF">2025-07-31T19:36:14Z</dcterms:modified>
</cp:coreProperties>
</file>