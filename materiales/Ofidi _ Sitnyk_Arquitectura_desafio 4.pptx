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roxima Nova"/>
      <p:regular r:id="rId11"/>
      <p:bold r:id="rId12"/>
      <p:italic r:id="rId13"/>
      <p:boldItalic r:id="rId14"/>
    </p:embeddedFont>
    <p:embeddedFont>
      <p:font typeface="Alfa Slab One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slide" Target="slides/slide5.xml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faSlabOne-regular.fntdata"/><Relationship Id="rId14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b57caee4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b57caee4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57ad0aff0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57ad0aff0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b9745642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b9745642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b97456425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b97456425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2856900" y="4410000"/>
            <a:ext cx="62871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Martin Sitnyk- Curso UX UI 2021</a:t>
            </a:r>
            <a:endParaRPr sz="14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Oficios Diversos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19737" l="0" r="0" t="0"/>
          <a:stretch/>
        </p:blipFill>
        <p:spPr>
          <a:xfrm>
            <a:off x="3253850" y="1315750"/>
            <a:ext cx="2768851" cy="11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Arquitectura </a:t>
            </a:r>
            <a:r>
              <a:rPr lang="en">
                <a:solidFill>
                  <a:srgbClr val="FFFFFF"/>
                </a:solidFill>
              </a:rPr>
              <a:t>de</a:t>
            </a:r>
            <a:r>
              <a:rPr lang="en">
                <a:solidFill>
                  <a:srgbClr val="FFFF00"/>
                </a:solidFill>
              </a:rPr>
              <a:t> Información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825" y="152400"/>
            <a:ext cx="595137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 rotWithShape="1">
          <a:blip r:embed="rId3">
            <a:alphaModFix/>
          </a:blip>
          <a:srcRect b="9371" l="2766" r="47304" t="24122"/>
          <a:stretch/>
        </p:blipFill>
        <p:spPr>
          <a:xfrm>
            <a:off x="2424388" y="1346450"/>
            <a:ext cx="4295227" cy="32180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Matriz de similitud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 rotWithShape="1">
          <a:blip r:embed="rId3">
            <a:alphaModFix/>
          </a:blip>
          <a:srcRect b="17346" l="3860" r="3786" t="24951"/>
          <a:stretch/>
        </p:blipFill>
        <p:spPr>
          <a:xfrm>
            <a:off x="484725" y="1359925"/>
            <a:ext cx="7944149" cy="2639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Dendrograma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