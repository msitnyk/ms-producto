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Alfa Slab One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940412-A935-4CEA-AD80-DF32B00F2485}">
  <a:tblStyle styleId="{8D940412-A935-4CEA-AD80-DF32B00F24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lfaSlabOne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78c216708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78c216708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6686eab1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6686eab1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6686eab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6686eab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6686eab1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6686eab1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b6686eab1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b6686eab1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b6686eab1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b6686eab1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b41249c55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b41249c55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894bb0d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b894bb0d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b894bb0d7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b894bb0d7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b6686eab1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b6686eab1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b6686eab1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b6686eab1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b6686eab1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b6686eab1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b6686eab1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b6686eab1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b7121afa5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b7121afa5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10" Type="http://schemas.openxmlformats.org/officeDocument/2006/relationships/image" Target="../media/image13.png"/><Relationship Id="rId9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10" Type="http://schemas.openxmlformats.org/officeDocument/2006/relationships/image" Target="../media/image20.png"/><Relationship Id="rId9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Martin Sitnyk- Curso UX UI 2021</a:t>
            </a:r>
            <a:endParaRPr sz="1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Arquetipos de personas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9500" y="4233725"/>
            <a:ext cx="8607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Dada esta solución nos centramos en los siguientes arquetipos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1470400" y="1333500"/>
            <a:ext cx="63258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Solución </a:t>
            </a:r>
            <a:endParaRPr b="1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Para la persona que busca</a:t>
            </a:r>
            <a:r>
              <a:rPr lang="en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Encontrar y contactar de una manera sencilla y segura a personas que realicen oficios. </a:t>
            </a:r>
            <a:endParaRPr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Para la persona que realice el oficio</a:t>
            </a:r>
            <a:r>
              <a:rPr lang="en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Poder ser conocido, encontrado y recomendado por los clientes. </a:t>
            </a:r>
            <a:endParaRPr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Gustavo Jara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Instalador A/C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Gasistas Matriculado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23225" y="1104100"/>
            <a:ext cx="24216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380"/>
              <a:t>“El conocimiento maneja el mundo”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380"/>
              <a:t>Biografía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380"/>
              <a:t>Vive en La Plata centro. 3 hijos.Cas</a:t>
            </a:r>
            <a:r>
              <a:rPr lang="en" sz="1380"/>
              <a:t>ado. 63 años. Tiene un perro y un gato. Le gusta pasear los fi</a:t>
            </a:r>
            <a:r>
              <a:rPr lang="en" sz="1380"/>
              <a:t>n de semanas en las afuera de la ciudad. Ciclista de hobbie.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380"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38628" l="53438" r="8661" t="0"/>
          <a:stretch/>
        </p:blipFill>
        <p:spPr>
          <a:xfrm>
            <a:off x="7868950" y="22347"/>
            <a:ext cx="1203050" cy="129782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072000" y="821350"/>
            <a:ext cx="3000000" cy="3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Porque este usuario?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Es una persona que lleva años en el rubro de gasista, plomería e instalador de a/c.  Puede realizar nuevos oficios por su habilidad de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adaptarse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a nuevos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desafíos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 A pesar de sus años en el rubro, percibe una posibilidad de adaptarse a la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tecnología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para conseguir nuevos contactos laborales.  Representar un perfil luchador.  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 personal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Dar un futuro a sus hijos. Ser abuelo.Cuidar su salud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6072000" y="821350"/>
            <a:ext cx="3000000" cy="3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Frustraciones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La Inflación y suba de precios.         Su relación con las redes sociales. Solomente usa whatsapp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Motivaciones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Viajar. Disfrutar la vida.Arreglar cosas hogareñas. 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Habilidades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Proactividad en arreglar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cosas.Su relación con los clientes.Cocinar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771700"/>
            <a:ext cx="3000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Mecánico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Emprendedor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04100"/>
            <a:ext cx="2421600" cy="3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380"/>
              <a:t>“Vivir solo cuesta vida”.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380"/>
              <a:t>Biografía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380"/>
              <a:t>Vive en La Plata en la casa de su abuela. Soltero. 32 años. Le gustan los fierros (automovilismo) y  tener una vida social activa. Suele practicar entrenamiento funcional.                             </a:t>
            </a:r>
            <a:r>
              <a:rPr lang="en" sz="1380"/>
              <a:t>Se lleva muy bien con las tecnologías.  Posee cuentas en varias redes sociales, tales como IG, FB  y otras.  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380"/>
          </a:p>
        </p:txBody>
      </p:sp>
      <p:sp>
        <p:nvSpPr>
          <p:cNvPr id="85" name="Google Shape;85;p17"/>
          <p:cNvSpPr txBox="1"/>
          <p:nvPr/>
        </p:nvSpPr>
        <p:spPr>
          <a:xfrm>
            <a:off x="3072000" y="875200"/>
            <a:ext cx="3000000" cy="4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Porque este usuario?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Está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atravesando</a:t>
            </a:r>
            <a:r>
              <a:rPr lang="en" sz="138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sus primeros 5 años en su rubro.  Es un convencido  que la tecnología es un medio para conseguir fuentes laborales. Utiliza las redes sociales, tales como facebook e Instagram , para mostrar sus  trabajos realizados, mostrar la  satisfacción de los clientes y publicitar sus  servicios y/o productos nuevos. </a:t>
            </a:r>
            <a:endParaRPr sz="138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 personal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Contar con una propiedad propia. Crecer en su profesión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072000" y="1011525"/>
            <a:ext cx="30000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Frustraciones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La inflación y suba de precios.            Las quejas de los clientes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Motivaciones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Los autos. Viajar a la costa. La vida nocturna del fin de semana. Ir a recitales de rock 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Habilidades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Excelente asador. Conducir autos y motos. Tocar la bateria.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2925" y="0"/>
            <a:ext cx="1119075" cy="145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727125"/>
            <a:ext cx="3000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Profesional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En relación de dependencia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032750"/>
            <a:ext cx="2421600" cy="28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380"/>
              <a:t>“La felicidad solo es real cuando es compartida”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380"/>
              <a:t>Biografia. 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380"/>
              <a:t>Vive en las afueras de La Plata  con su familia. 2 Hijos. Casada. 43 </a:t>
            </a:r>
            <a:r>
              <a:rPr lang="en" sz="1380"/>
              <a:t>años. Es profesional, vive en una casa con parque y 2 perros.  Le gusta practicar zumba e irse de vacaciones en septiembre.                  </a:t>
            </a:r>
            <a:r>
              <a:rPr lang="en" sz="1380"/>
              <a:t>Actualmente trabaja desde su casa por la pandemia.   Su vida </a:t>
            </a:r>
            <a:r>
              <a:rPr lang="en" sz="1380"/>
              <a:t>está</a:t>
            </a:r>
            <a:r>
              <a:rPr lang="en" sz="1380"/>
              <a:t> </a:t>
            </a:r>
            <a:r>
              <a:rPr lang="en" sz="1380"/>
              <a:t>ligada</a:t>
            </a:r>
            <a:r>
              <a:rPr lang="en" sz="1380"/>
              <a:t> al uso de la tecnología 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380"/>
          </a:p>
        </p:txBody>
      </p:sp>
      <p:sp>
        <p:nvSpPr>
          <p:cNvPr id="94" name="Google Shape;94;p18"/>
          <p:cNvSpPr txBox="1"/>
          <p:nvPr/>
        </p:nvSpPr>
        <p:spPr>
          <a:xfrm>
            <a:off x="3072000" y="1032750"/>
            <a:ext cx="3000000" cy="4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Porque este usuario?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Identifica una gran suma de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potenciales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usuarios que  llaman a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personas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recomendadas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para realizar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oficios en su casa.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La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tecnología y medios digitales son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su principal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fuente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de trabajo y se apoya en ellos  para trabajar,  buscar opciones,  tomar decisiones, realizar operaciones, entre otras.  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 personal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Dar un buen futuro a sus hijos. Tener una vida </a:t>
            </a: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saludable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0" l="25947" r="24884" t="0"/>
          <a:stretch/>
        </p:blipFill>
        <p:spPr>
          <a:xfrm>
            <a:off x="7743674" y="79425"/>
            <a:ext cx="140032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6144000" y="727125"/>
            <a:ext cx="3000000" cy="4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Frustraciones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Inflación .                                             El mantenimiento de su hogar.        La burocracia para trámites administrativos.</a:t>
            </a:r>
            <a:r>
              <a:rPr lang="en" sz="138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38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Motivaciones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Las cosas simples.Aprender nuevas cosas</a:t>
            </a:r>
            <a:endParaRPr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Habilidades</a:t>
            </a:r>
            <a:endParaRPr b="1" sz="13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Comunicación. Escuchar. Hablar nuevos idiomas. Facilidad para aprender a tocar instrumentos musicales</a:t>
            </a:r>
            <a:endParaRPr sz="138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Competidores directos 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4419750"/>
            <a:ext cx="85206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Nos vamos a centrar en estas dos Apps, ya que las mismas tienen la misma naturaleza que OFIDI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500" y="2153554"/>
            <a:ext cx="1308125" cy="130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922" y="2153520"/>
            <a:ext cx="1308125" cy="130817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2477500" y="3618075"/>
            <a:ext cx="13080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Clas Apps   </a:t>
            </a:r>
            <a:endParaRPr b="1"/>
          </a:p>
        </p:txBody>
      </p:sp>
      <p:sp>
        <p:nvSpPr>
          <p:cNvPr id="111" name="Google Shape;111;p20"/>
          <p:cNvSpPr txBox="1"/>
          <p:nvPr/>
        </p:nvSpPr>
        <p:spPr>
          <a:xfrm>
            <a:off x="4780925" y="3618075"/>
            <a:ext cx="130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Timbrit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66650"/>
            <a:ext cx="965251" cy="171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9475" y="1122575"/>
            <a:ext cx="1150475" cy="195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75" y="1122575"/>
            <a:ext cx="1066050" cy="1898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>
            <p:ph type="title"/>
          </p:nvPr>
        </p:nvSpPr>
        <p:spPr>
          <a:xfrm>
            <a:off x="194800" y="8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Analisis comparables </a:t>
            </a:r>
            <a:endParaRPr/>
          </a:p>
        </p:txBody>
      </p:sp>
      <p:graphicFrame>
        <p:nvGraphicFramePr>
          <p:cNvPr id="120" name="Google Shape;120;p21"/>
          <p:cNvGraphicFramePr/>
          <p:nvPr/>
        </p:nvGraphicFramePr>
        <p:xfrm>
          <a:off x="0" y="3848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{8D940412-A935-4CEA-AD80-DF32B00F2485}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Categoría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Sub-Cat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 App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Timbrit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77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Usabilidad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Crear usuario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r>
                        <a:rPr lang="en" sz="1100"/>
                        <a:t> (se cuenta la validación del msj de texto como un paso más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1" name="Google Shape;12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5650" y="366638"/>
            <a:ext cx="965249" cy="1716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19299" y="366649"/>
            <a:ext cx="965251" cy="171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2001" y="2107377"/>
            <a:ext cx="965251" cy="171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95656" y="2107377"/>
            <a:ext cx="965251" cy="171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19300" y="2107376"/>
            <a:ext cx="965251" cy="171601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>
            <a:off x="5889388" y="1115375"/>
            <a:ext cx="132524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2</a:t>
            </a:r>
          </a:p>
        </p:txBody>
      </p:sp>
      <p:sp>
        <p:nvSpPr>
          <p:cNvPr id="127" name="Google Shape;127;p21"/>
          <p:cNvSpPr/>
          <p:nvPr/>
        </p:nvSpPr>
        <p:spPr>
          <a:xfrm>
            <a:off x="1786950" y="1756300"/>
            <a:ext cx="132524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2</a:t>
            </a:r>
          </a:p>
        </p:txBody>
      </p:sp>
      <p:sp>
        <p:nvSpPr>
          <p:cNvPr id="128" name="Google Shape;128;p21"/>
          <p:cNvSpPr/>
          <p:nvPr/>
        </p:nvSpPr>
        <p:spPr>
          <a:xfrm>
            <a:off x="7287625" y="1113550"/>
            <a:ext cx="131127" cy="22219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3</a:t>
            </a:r>
          </a:p>
        </p:txBody>
      </p:sp>
      <p:sp>
        <p:nvSpPr>
          <p:cNvPr id="129" name="Google Shape;129;p21"/>
          <p:cNvSpPr/>
          <p:nvPr/>
        </p:nvSpPr>
        <p:spPr>
          <a:xfrm>
            <a:off x="7287063" y="2666850"/>
            <a:ext cx="132245" cy="22219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6</a:t>
            </a:r>
          </a:p>
        </p:txBody>
      </p:sp>
      <p:sp>
        <p:nvSpPr>
          <p:cNvPr id="130" name="Google Shape;130;p21"/>
          <p:cNvSpPr/>
          <p:nvPr/>
        </p:nvSpPr>
        <p:spPr>
          <a:xfrm>
            <a:off x="194800" y="1756288"/>
            <a:ext cx="73811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1</a:t>
            </a:r>
          </a:p>
        </p:txBody>
      </p:sp>
      <p:sp>
        <p:nvSpPr>
          <p:cNvPr id="131" name="Google Shape;131;p21"/>
          <p:cNvSpPr/>
          <p:nvPr/>
        </p:nvSpPr>
        <p:spPr>
          <a:xfrm>
            <a:off x="4418200" y="1115363"/>
            <a:ext cx="73811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1</a:t>
            </a:r>
          </a:p>
        </p:txBody>
      </p:sp>
      <p:sp>
        <p:nvSpPr>
          <p:cNvPr id="132" name="Google Shape;132;p21"/>
          <p:cNvSpPr/>
          <p:nvPr/>
        </p:nvSpPr>
        <p:spPr>
          <a:xfrm>
            <a:off x="5862850" y="2668825"/>
            <a:ext cx="132804" cy="21824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5</a:t>
            </a:r>
          </a:p>
        </p:txBody>
      </p:sp>
      <p:sp>
        <p:nvSpPr>
          <p:cNvPr id="133" name="Google Shape;133;p21"/>
          <p:cNvSpPr/>
          <p:nvPr/>
        </p:nvSpPr>
        <p:spPr>
          <a:xfrm>
            <a:off x="4463600" y="2669125"/>
            <a:ext cx="138396" cy="2176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00" y="863950"/>
            <a:ext cx="1066050" cy="181336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>
            <p:ph type="title"/>
          </p:nvPr>
        </p:nvSpPr>
        <p:spPr>
          <a:xfrm>
            <a:off x="194800" y="8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Analisis comparables </a:t>
            </a:r>
            <a:endParaRPr/>
          </a:p>
        </p:txBody>
      </p:sp>
      <p:graphicFrame>
        <p:nvGraphicFramePr>
          <p:cNvPr id="140" name="Google Shape;140;p22"/>
          <p:cNvGraphicFramePr/>
          <p:nvPr/>
        </p:nvGraphicFramePr>
        <p:xfrm>
          <a:off x="0" y="382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{8D940412-A935-4CEA-AD80-DF32B00F2485}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Categoría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Sub-Cat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 App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Timbrit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Usabilidad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Buscar o Contactar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1" name="Google Shape;1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0350" y="863950"/>
            <a:ext cx="1066051" cy="1895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7399" y="863961"/>
            <a:ext cx="1066051" cy="1895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7138" y="896262"/>
            <a:ext cx="983634" cy="174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14476" y="896250"/>
            <a:ext cx="1066051" cy="1895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07875" y="896249"/>
            <a:ext cx="1066051" cy="189522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/>
          <p:nvPr/>
        </p:nvSpPr>
        <p:spPr>
          <a:xfrm>
            <a:off x="5632813" y="1702288"/>
            <a:ext cx="132524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2</a:t>
            </a:r>
          </a:p>
        </p:txBody>
      </p:sp>
      <p:sp>
        <p:nvSpPr>
          <p:cNvPr id="147" name="Google Shape;147;p22"/>
          <p:cNvSpPr/>
          <p:nvPr/>
        </p:nvSpPr>
        <p:spPr>
          <a:xfrm>
            <a:off x="7950450" y="1735038"/>
            <a:ext cx="138396" cy="2176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4</a:t>
            </a:r>
          </a:p>
        </p:txBody>
      </p:sp>
      <p:sp>
        <p:nvSpPr>
          <p:cNvPr id="148" name="Google Shape;148;p22"/>
          <p:cNvSpPr/>
          <p:nvPr/>
        </p:nvSpPr>
        <p:spPr>
          <a:xfrm>
            <a:off x="194800" y="1734600"/>
            <a:ext cx="73811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1</a:t>
            </a:r>
          </a:p>
        </p:txBody>
      </p:sp>
      <p:sp>
        <p:nvSpPr>
          <p:cNvPr id="149" name="Google Shape;149;p22"/>
          <p:cNvSpPr/>
          <p:nvPr/>
        </p:nvSpPr>
        <p:spPr>
          <a:xfrm>
            <a:off x="6792325" y="1732763"/>
            <a:ext cx="131127" cy="22219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3</a:t>
            </a:r>
          </a:p>
        </p:txBody>
      </p:sp>
      <p:sp>
        <p:nvSpPr>
          <p:cNvPr id="150" name="Google Shape;150;p22"/>
          <p:cNvSpPr/>
          <p:nvPr/>
        </p:nvSpPr>
        <p:spPr>
          <a:xfrm>
            <a:off x="1854363" y="1734588"/>
            <a:ext cx="132524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2</a:t>
            </a:r>
          </a:p>
        </p:txBody>
      </p:sp>
      <p:sp>
        <p:nvSpPr>
          <p:cNvPr id="151" name="Google Shape;151;p22"/>
          <p:cNvSpPr/>
          <p:nvPr/>
        </p:nvSpPr>
        <p:spPr>
          <a:xfrm>
            <a:off x="4352700" y="1702288"/>
            <a:ext cx="73811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194800" y="8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Analisis comparables </a:t>
            </a:r>
            <a:endParaRPr/>
          </a:p>
        </p:txBody>
      </p:sp>
      <p:graphicFrame>
        <p:nvGraphicFramePr>
          <p:cNvPr id="157" name="Google Shape;157;p23"/>
          <p:cNvGraphicFramePr/>
          <p:nvPr/>
        </p:nvGraphicFramePr>
        <p:xfrm>
          <a:off x="0" y="382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{8D940412-A935-4CEA-AD80-DF32B00F2485}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Categoría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Sub-Cat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 App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Timbrit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Usabilidad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Crear un oficio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902" y="863949"/>
            <a:ext cx="983625" cy="1748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799" y="880650"/>
            <a:ext cx="983625" cy="174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4850" y="896263"/>
            <a:ext cx="983625" cy="174868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/>
          <p:nvPr/>
        </p:nvSpPr>
        <p:spPr>
          <a:xfrm>
            <a:off x="1302325" y="1500738"/>
            <a:ext cx="132524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2</a:t>
            </a:r>
          </a:p>
        </p:txBody>
      </p:sp>
      <p:sp>
        <p:nvSpPr>
          <p:cNvPr id="162" name="Google Shape;162;p23"/>
          <p:cNvSpPr/>
          <p:nvPr/>
        </p:nvSpPr>
        <p:spPr>
          <a:xfrm>
            <a:off x="5773725" y="1500738"/>
            <a:ext cx="132524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2</a:t>
            </a: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366650"/>
            <a:ext cx="965251" cy="171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 rotWithShape="1">
          <a:blip r:embed="rId7">
            <a:alphaModFix/>
          </a:blip>
          <a:srcRect b="100000" l="-183650" r="183650" t="-100000"/>
          <a:stretch/>
        </p:blipFill>
        <p:spPr>
          <a:xfrm>
            <a:off x="5995650" y="366638"/>
            <a:ext cx="965249" cy="1716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19299" y="366649"/>
            <a:ext cx="965251" cy="171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2001" y="2107377"/>
            <a:ext cx="965251" cy="171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39049" y="2125300"/>
            <a:ext cx="933749" cy="166001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/>
          <p:nvPr/>
        </p:nvSpPr>
        <p:spPr>
          <a:xfrm>
            <a:off x="5906238" y="2856250"/>
            <a:ext cx="132804" cy="21824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5</a:t>
            </a:r>
          </a:p>
        </p:txBody>
      </p:sp>
      <p:sp>
        <p:nvSpPr>
          <p:cNvPr id="169" name="Google Shape;169;p23"/>
          <p:cNvSpPr/>
          <p:nvPr/>
        </p:nvSpPr>
        <p:spPr>
          <a:xfrm>
            <a:off x="4357875" y="2846475"/>
            <a:ext cx="138396" cy="2176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4</a:t>
            </a:r>
          </a:p>
        </p:txBody>
      </p:sp>
      <p:sp>
        <p:nvSpPr>
          <p:cNvPr id="170" name="Google Shape;170;p23"/>
          <p:cNvSpPr/>
          <p:nvPr/>
        </p:nvSpPr>
        <p:spPr>
          <a:xfrm>
            <a:off x="7124538" y="1498925"/>
            <a:ext cx="131127" cy="22219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3</a:t>
            </a:r>
          </a:p>
        </p:txBody>
      </p:sp>
      <p:sp>
        <p:nvSpPr>
          <p:cNvPr id="171" name="Google Shape;171;p23"/>
          <p:cNvSpPr/>
          <p:nvPr/>
        </p:nvSpPr>
        <p:spPr>
          <a:xfrm>
            <a:off x="2464125" y="1498925"/>
            <a:ext cx="131127" cy="22219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3</a:t>
            </a: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95650" y="366638"/>
            <a:ext cx="965249" cy="17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/>
          <p:nvPr/>
        </p:nvSpPr>
        <p:spPr>
          <a:xfrm>
            <a:off x="65100" y="1500738"/>
            <a:ext cx="73811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1</a:t>
            </a:r>
          </a:p>
        </p:txBody>
      </p:sp>
      <p:sp>
        <p:nvSpPr>
          <p:cNvPr id="174" name="Google Shape;174;p23"/>
          <p:cNvSpPr/>
          <p:nvPr/>
        </p:nvSpPr>
        <p:spPr>
          <a:xfrm>
            <a:off x="4390175" y="1500750"/>
            <a:ext cx="73811" cy="2185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311700" y="5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Analisis comparables - Resumen</a:t>
            </a:r>
            <a:endParaRPr/>
          </a:p>
        </p:txBody>
      </p:sp>
      <p:graphicFrame>
        <p:nvGraphicFramePr>
          <p:cNvPr id="180" name="Google Shape;180;p24"/>
          <p:cNvGraphicFramePr/>
          <p:nvPr/>
        </p:nvGraphicFramePr>
        <p:xfrm>
          <a:off x="454100" y="117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{8D940412-A935-4CEA-AD80-DF32B00F2485}</a:tableStyleId>
              </a:tblPr>
              <a:tblGrid>
                <a:gridCol w="2130150"/>
                <a:gridCol w="2130150"/>
                <a:gridCol w="2130150"/>
                <a:gridCol w="2130150"/>
              </a:tblGrid>
              <a:tr h="49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Categoría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Sub-Cat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 App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Timbrit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49247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Vocabularios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Cumple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Error Menor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Error Mayor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47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Diseño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Limpio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Balanceado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LLeno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1" name="Google Shape;181;p24"/>
          <p:cNvSpPr/>
          <p:nvPr/>
        </p:nvSpPr>
        <p:spPr>
          <a:xfrm>
            <a:off x="5520486" y="1753389"/>
            <a:ext cx="346227" cy="348325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7668400" y="2223414"/>
            <a:ext cx="345681" cy="348325"/>
          </a:xfrm>
          <a:custGeom>
            <a:rect b="b" l="l" r="r" t="t"/>
            <a:pathLst>
              <a:path extrusionOk="0" h="15938" w="15817">
                <a:moveTo>
                  <a:pt x="4745" y="7470"/>
                </a:moveTo>
                <a:lnTo>
                  <a:pt x="4818" y="7495"/>
                </a:lnTo>
                <a:lnTo>
                  <a:pt x="4891" y="7543"/>
                </a:lnTo>
                <a:lnTo>
                  <a:pt x="4940" y="7616"/>
                </a:lnTo>
                <a:lnTo>
                  <a:pt x="4964" y="7714"/>
                </a:lnTo>
                <a:lnTo>
                  <a:pt x="4964" y="7787"/>
                </a:lnTo>
                <a:lnTo>
                  <a:pt x="4940" y="7908"/>
                </a:lnTo>
                <a:lnTo>
                  <a:pt x="4867" y="7981"/>
                </a:lnTo>
                <a:lnTo>
                  <a:pt x="4794" y="8054"/>
                </a:lnTo>
                <a:lnTo>
                  <a:pt x="4672" y="8079"/>
                </a:lnTo>
                <a:lnTo>
                  <a:pt x="4551" y="8054"/>
                </a:lnTo>
                <a:lnTo>
                  <a:pt x="4478" y="7981"/>
                </a:lnTo>
                <a:lnTo>
                  <a:pt x="4405" y="7908"/>
                </a:lnTo>
                <a:lnTo>
                  <a:pt x="4380" y="7787"/>
                </a:lnTo>
                <a:lnTo>
                  <a:pt x="4405" y="7665"/>
                </a:lnTo>
                <a:lnTo>
                  <a:pt x="4478" y="7543"/>
                </a:lnTo>
                <a:lnTo>
                  <a:pt x="4551" y="7495"/>
                </a:lnTo>
                <a:lnTo>
                  <a:pt x="4648" y="7470"/>
                </a:lnTo>
                <a:close/>
                <a:moveTo>
                  <a:pt x="11120" y="7470"/>
                </a:moveTo>
                <a:lnTo>
                  <a:pt x="11193" y="7495"/>
                </a:lnTo>
                <a:lnTo>
                  <a:pt x="11266" y="7543"/>
                </a:lnTo>
                <a:lnTo>
                  <a:pt x="11315" y="7616"/>
                </a:lnTo>
                <a:lnTo>
                  <a:pt x="11339" y="7714"/>
                </a:lnTo>
                <a:lnTo>
                  <a:pt x="11339" y="7787"/>
                </a:lnTo>
                <a:lnTo>
                  <a:pt x="11315" y="7908"/>
                </a:lnTo>
                <a:lnTo>
                  <a:pt x="11242" y="7981"/>
                </a:lnTo>
                <a:lnTo>
                  <a:pt x="11169" y="8054"/>
                </a:lnTo>
                <a:lnTo>
                  <a:pt x="11047" y="8079"/>
                </a:lnTo>
                <a:lnTo>
                  <a:pt x="10926" y="8054"/>
                </a:lnTo>
                <a:lnTo>
                  <a:pt x="10853" y="7981"/>
                </a:lnTo>
                <a:lnTo>
                  <a:pt x="10780" y="7908"/>
                </a:lnTo>
                <a:lnTo>
                  <a:pt x="10755" y="7787"/>
                </a:lnTo>
                <a:lnTo>
                  <a:pt x="10780" y="7665"/>
                </a:lnTo>
                <a:lnTo>
                  <a:pt x="10853" y="7543"/>
                </a:lnTo>
                <a:lnTo>
                  <a:pt x="10926" y="7495"/>
                </a:lnTo>
                <a:lnTo>
                  <a:pt x="11023" y="7470"/>
                </a:lnTo>
                <a:close/>
                <a:moveTo>
                  <a:pt x="4721" y="7081"/>
                </a:moveTo>
                <a:lnTo>
                  <a:pt x="4551" y="7105"/>
                </a:lnTo>
                <a:lnTo>
                  <a:pt x="4380" y="7178"/>
                </a:lnTo>
                <a:lnTo>
                  <a:pt x="4259" y="7300"/>
                </a:lnTo>
                <a:lnTo>
                  <a:pt x="4137" y="7446"/>
                </a:lnTo>
                <a:lnTo>
                  <a:pt x="4064" y="7568"/>
                </a:lnTo>
                <a:lnTo>
                  <a:pt x="4015" y="7714"/>
                </a:lnTo>
                <a:lnTo>
                  <a:pt x="3967" y="7835"/>
                </a:lnTo>
                <a:lnTo>
                  <a:pt x="3967" y="7981"/>
                </a:lnTo>
                <a:lnTo>
                  <a:pt x="3918" y="8225"/>
                </a:lnTo>
                <a:lnTo>
                  <a:pt x="3918" y="8395"/>
                </a:lnTo>
                <a:lnTo>
                  <a:pt x="3967" y="8565"/>
                </a:lnTo>
                <a:lnTo>
                  <a:pt x="4015" y="8711"/>
                </a:lnTo>
                <a:lnTo>
                  <a:pt x="4113" y="8833"/>
                </a:lnTo>
                <a:lnTo>
                  <a:pt x="4210" y="8955"/>
                </a:lnTo>
                <a:lnTo>
                  <a:pt x="4332" y="9028"/>
                </a:lnTo>
                <a:lnTo>
                  <a:pt x="4478" y="9101"/>
                </a:lnTo>
                <a:lnTo>
                  <a:pt x="4648" y="9149"/>
                </a:lnTo>
                <a:lnTo>
                  <a:pt x="4843" y="9174"/>
                </a:lnTo>
                <a:lnTo>
                  <a:pt x="5013" y="9149"/>
                </a:lnTo>
                <a:lnTo>
                  <a:pt x="5183" y="9101"/>
                </a:lnTo>
                <a:lnTo>
                  <a:pt x="5329" y="9028"/>
                </a:lnTo>
                <a:lnTo>
                  <a:pt x="5451" y="8930"/>
                </a:lnTo>
                <a:lnTo>
                  <a:pt x="5573" y="8809"/>
                </a:lnTo>
                <a:lnTo>
                  <a:pt x="5670" y="8663"/>
                </a:lnTo>
                <a:lnTo>
                  <a:pt x="5743" y="8517"/>
                </a:lnTo>
                <a:lnTo>
                  <a:pt x="5792" y="8346"/>
                </a:lnTo>
                <a:lnTo>
                  <a:pt x="5816" y="8176"/>
                </a:lnTo>
                <a:lnTo>
                  <a:pt x="5792" y="8006"/>
                </a:lnTo>
                <a:lnTo>
                  <a:pt x="5767" y="7835"/>
                </a:lnTo>
                <a:lnTo>
                  <a:pt x="5719" y="7689"/>
                </a:lnTo>
                <a:lnTo>
                  <a:pt x="5646" y="7519"/>
                </a:lnTo>
                <a:lnTo>
                  <a:pt x="5524" y="7397"/>
                </a:lnTo>
                <a:lnTo>
                  <a:pt x="5378" y="7251"/>
                </a:lnTo>
                <a:lnTo>
                  <a:pt x="5232" y="7154"/>
                </a:lnTo>
                <a:lnTo>
                  <a:pt x="5062" y="7105"/>
                </a:lnTo>
                <a:lnTo>
                  <a:pt x="4891" y="7081"/>
                </a:lnTo>
                <a:close/>
                <a:moveTo>
                  <a:pt x="11096" y="7081"/>
                </a:moveTo>
                <a:lnTo>
                  <a:pt x="10926" y="7105"/>
                </a:lnTo>
                <a:lnTo>
                  <a:pt x="10755" y="7178"/>
                </a:lnTo>
                <a:lnTo>
                  <a:pt x="10634" y="7300"/>
                </a:lnTo>
                <a:lnTo>
                  <a:pt x="10512" y="7446"/>
                </a:lnTo>
                <a:lnTo>
                  <a:pt x="10439" y="7568"/>
                </a:lnTo>
                <a:lnTo>
                  <a:pt x="10390" y="7714"/>
                </a:lnTo>
                <a:lnTo>
                  <a:pt x="10342" y="7835"/>
                </a:lnTo>
                <a:lnTo>
                  <a:pt x="10342" y="7981"/>
                </a:lnTo>
                <a:lnTo>
                  <a:pt x="10293" y="8225"/>
                </a:lnTo>
                <a:lnTo>
                  <a:pt x="10293" y="8395"/>
                </a:lnTo>
                <a:lnTo>
                  <a:pt x="10342" y="8565"/>
                </a:lnTo>
                <a:lnTo>
                  <a:pt x="10390" y="8711"/>
                </a:lnTo>
                <a:lnTo>
                  <a:pt x="10488" y="8833"/>
                </a:lnTo>
                <a:lnTo>
                  <a:pt x="10585" y="8955"/>
                </a:lnTo>
                <a:lnTo>
                  <a:pt x="10707" y="9028"/>
                </a:lnTo>
                <a:lnTo>
                  <a:pt x="10853" y="9101"/>
                </a:lnTo>
                <a:lnTo>
                  <a:pt x="11023" y="9149"/>
                </a:lnTo>
                <a:lnTo>
                  <a:pt x="11218" y="9174"/>
                </a:lnTo>
                <a:lnTo>
                  <a:pt x="11388" y="9149"/>
                </a:lnTo>
                <a:lnTo>
                  <a:pt x="11558" y="9101"/>
                </a:lnTo>
                <a:lnTo>
                  <a:pt x="11704" y="9028"/>
                </a:lnTo>
                <a:lnTo>
                  <a:pt x="11826" y="8930"/>
                </a:lnTo>
                <a:lnTo>
                  <a:pt x="11948" y="8809"/>
                </a:lnTo>
                <a:lnTo>
                  <a:pt x="12045" y="8663"/>
                </a:lnTo>
                <a:lnTo>
                  <a:pt x="12118" y="8517"/>
                </a:lnTo>
                <a:lnTo>
                  <a:pt x="12167" y="8346"/>
                </a:lnTo>
                <a:lnTo>
                  <a:pt x="12191" y="8176"/>
                </a:lnTo>
                <a:lnTo>
                  <a:pt x="12167" y="8006"/>
                </a:lnTo>
                <a:lnTo>
                  <a:pt x="12142" y="7835"/>
                </a:lnTo>
                <a:lnTo>
                  <a:pt x="12094" y="7689"/>
                </a:lnTo>
                <a:lnTo>
                  <a:pt x="12021" y="7519"/>
                </a:lnTo>
                <a:lnTo>
                  <a:pt x="11899" y="7397"/>
                </a:lnTo>
                <a:lnTo>
                  <a:pt x="11753" y="7251"/>
                </a:lnTo>
                <a:lnTo>
                  <a:pt x="11607" y="7154"/>
                </a:lnTo>
                <a:lnTo>
                  <a:pt x="11437" y="7105"/>
                </a:lnTo>
                <a:lnTo>
                  <a:pt x="11266" y="7081"/>
                </a:lnTo>
                <a:close/>
                <a:moveTo>
                  <a:pt x="11607" y="10731"/>
                </a:moveTo>
                <a:lnTo>
                  <a:pt x="11120" y="10877"/>
                </a:lnTo>
                <a:lnTo>
                  <a:pt x="10658" y="11047"/>
                </a:lnTo>
                <a:lnTo>
                  <a:pt x="9733" y="11412"/>
                </a:lnTo>
                <a:lnTo>
                  <a:pt x="9247" y="11558"/>
                </a:lnTo>
                <a:lnTo>
                  <a:pt x="8784" y="11704"/>
                </a:lnTo>
                <a:lnTo>
                  <a:pt x="7811" y="11972"/>
                </a:lnTo>
                <a:lnTo>
                  <a:pt x="7738" y="11996"/>
                </a:lnTo>
                <a:lnTo>
                  <a:pt x="7690" y="12045"/>
                </a:lnTo>
                <a:lnTo>
                  <a:pt x="7665" y="12118"/>
                </a:lnTo>
                <a:lnTo>
                  <a:pt x="7641" y="12166"/>
                </a:lnTo>
                <a:lnTo>
                  <a:pt x="7665" y="12239"/>
                </a:lnTo>
                <a:lnTo>
                  <a:pt x="7690" y="12312"/>
                </a:lnTo>
                <a:lnTo>
                  <a:pt x="7738" y="12361"/>
                </a:lnTo>
                <a:lnTo>
                  <a:pt x="7811" y="12410"/>
                </a:lnTo>
                <a:lnTo>
                  <a:pt x="7909" y="12434"/>
                </a:lnTo>
                <a:lnTo>
                  <a:pt x="8030" y="12458"/>
                </a:lnTo>
                <a:lnTo>
                  <a:pt x="8249" y="12458"/>
                </a:lnTo>
                <a:lnTo>
                  <a:pt x="8492" y="12434"/>
                </a:lnTo>
                <a:lnTo>
                  <a:pt x="8760" y="12361"/>
                </a:lnTo>
                <a:lnTo>
                  <a:pt x="9247" y="12191"/>
                </a:lnTo>
                <a:lnTo>
                  <a:pt x="9660" y="12045"/>
                </a:lnTo>
                <a:lnTo>
                  <a:pt x="10731" y="11680"/>
                </a:lnTo>
                <a:lnTo>
                  <a:pt x="11753" y="11290"/>
                </a:lnTo>
                <a:lnTo>
                  <a:pt x="11875" y="11217"/>
                </a:lnTo>
                <a:lnTo>
                  <a:pt x="11923" y="11144"/>
                </a:lnTo>
                <a:lnTo>
                  <a:pt x="11948" y="11023"/>
                </a:lnTo>
                <a:lnTo>
                  <a:pt x="11948" y="10925"/>
                </a:lnTo>
                <a:lnTo>
                  <a:pt x="11899" y="10828"/>
                </a:lnTo>
                <a:lnTo>
                  <a:pt x="11826" y="10755"/>
                </a:lnTo>
                <a:lnTo>
                  <a:pt x="11729" y="10731"/>
                </a:lnTo>
                <a:close/>
                <a:moveTo>
                  <a:pt x="8492" y="682"/>
                </a:moveTo>
                <a:lnTo>
                  <a:pt x="8638" y="706"/>
                </a:lnTo>
                <a:lnTo>
                  <a:pt x="9101" y="755"/>
                </a:lnTo>
                <a:lnTo>
                  <a:pt x="9539" y="803"/>
                </a:lnTo>
                <a:lnTo>
                  <a:pt x="9977" y="901"/>
                </a:lnTo>
                <a:lnTo>
                  <a:pt x="10415" y="1022"/>
                </a:lnTo>
                <a:lnTo>
                  <a:pt x="10755" y="1120"/>
                </a:lnTo>
                <a:lnTo>
                  <a:pt x="11096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02" y="1825"/>
                </a:lnTo>
                <a:lnTo>
                  <a:pt x="11875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6" y="1752"/>
                </a:lnTo>
                <a:lnTo>
                  <a:pt x="11996" y="1728"/>
                </a:lnTo>
                <a:lnTo>
                  <a:pt x="12021" y="1728"/>
                </a:lnTo>
                <a:lnTo>
                  <a:pt x="12118" y="1801"/>
                </a:lnTo>
                <a:lnTo>
                  <a:pt x="12094" y="1874"/>
                </a:lnTo>
                <a:lnTo>
                  <a:pt x="12069" y="1947"/>
                </a:lnTo>
                <a:lnTo>
                  <a:pt x="12094" y="1995"/>
                </a:lnTo>
                <a:lnTo>
                  <a:pt x="12118" y="2020"/>
                </a:lnTo>
                <a:lnTo>
                  <a:pt x="12167" y="2044"/>
                </a:lnTo>
                <a:lnTo>
                  <a:pt x="12215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483" y="2336"/>
                </a:lnTo>
                <a:lnTo>
                  <a:pt x="12507" y="2385"/>
                </a:lnTo>
                <a:lnTo>
                  <a:pt x="12532" y="2409"/>
                </a:lnTo>
                <a:lnTo>
                  <a:pt x="12580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26" y="2287"/>
                </a:lnTo>
                <a:lnTo>
                  <a:pt x="12775" y="2239"/>
                </a:lnTo>
                <a:lnTo>
                  <a:pt x="12945" y="2409"/>
                </a:lnTo>
                <a:lnTo>
                  <a:pt x="12872" y="2531"/>
                </a:lnTo>
                <a:lnTo>
                  <a:pt x="12824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48" y="2750"/>
                </a:lnTo>
                <a:lnTo>
                  <a:pt x="12897" y="2774"/>
                </a:lnTo>
                <a:lnTo>
                  <a:pt x="12945" y="2774"/>
                </a:lnTo>
                <a:lnTo>
                  <a:pt x="13067" y="2701"/>
                </a:lnTo>
                <a:lnTo>
                  <a:pt x="13164" y="2604"/>
                </a:lnTo>
                <a:lnTo>
                  <a:pt x="13286" y="2725"/>
                </a:lnTo>
                <a:lnTo>
                  <a:pt x="13383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64" y="3163"/>
                </a:lnTo>
                <a:lnTo>
                  <a:pt x="13164" y="3236"/>
                </a:lnTo>
                <a:lnTo>
                  <a:pt x="13189" y="3285"/>
                </a:lnTo>
                <a:lnTo>
                  <a:pt x="13213" y="3309"/>
                </a:lnTo>
                <a:lnTo>
                  <a:pt x="13310" y="3285"/>
                </a:lnTo>
                <a:lnTo>
                  <a:pt x="13408" y="3236"/>
                </a:lnTo>
                <a:lnTo>
                  <a:pt x="13529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5" y="3407"/>
                </a:lnTo>
                <a:lnTo>
                  <a:pt x="13554" y="3504"/>
                </a:lnTo>
                <a:lnTo>
                  <a:pt x="13481" y="3577"/>
                </a:lnTo>
                <a:lnTo>
                  <a:pt x="13456" y="3650"/>
                </a:lnTo>
                <a:lnTo>
                  <a:pt x="13456" y="3699"/>
                </a:lnTo>
                <a:lnTo>
                  <a:pt x="13505" y="3723"/>
                </a:lnTo>
                <a:lnTo>
                  <a:pt x="13602" y="3747"/>
                </a:lnTo>
                <a:lnTo>
                  <a:pt x="13675" y="3723"/>
                </a:lnTo>
                <a:lnTo>
                  <a:pt x="13773" y="3674"/>
                </a:lnTo>
                <a:lnTo>
                  <a:pt x="13846" y="3626"/>
                </a:lnTo>
                <a:lnTo>
                  <a:pt x="13943" y="3577"/>
                </a:lnTo>
                <a:lnTo>
                  <a:pt x="14138" y="3918"/>
                </a:lnTo>
                <a:lnTo>
                  <a:pt x="14040" y="3991"/>
                </a:lnTo>
                <a:lnTo>
                  <a:pt x="13846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00" y="4380"/>
                </a:lnTo>
                <a:lnTo>
                  <a:pt x="13821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186" y="4842"/>
                </a:lnTo>
                <a:lnTo>
                  <a:pt x="14065" y="4940"/>
                </a:lnTo>
                <a:lnTo>
                  <a:pt x="13943" y="5061"/>
                </a:lnTo>
                <a:lnTo>
                  <a:pt x="13919" y="5134"/>
                </a:lnTo>
                <a:lnTo>
                  <a:pt x="13894" y="5207"/>
                </a:lnTo>
                <a:lnTo>
                  <a:pt x="13894" y="5256"/>
                </a:lnTo>
                <a:lnTo>
                  <a:pt x="13919" y="5280"/>
                </a:lnTo>
                <a:lnTo>
                  <a:pt x="13943" y="5305"/>
                </a:lnTo>
                <a:lnTo>
                  <a:pt x="13992" y="5305"/>
                </a:lnTo>
                <a:lnTo>
                  <a:pt x="14113" y="5256"/>
                </a:lnTo>
                <a:lnTo>
                  <a:pt x="14235" y="5183"/>
                </a:lnTo>
                <a:lnTo>
                  <a:pt x="14527" y="5037"/>
                </a:lnTo>
                <a:lnTo>
                  <a:pt x="14600" y="5013"/>
                </a:lnTo>
                <a:lnTo>
                  <a:pt x="14746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57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16" y="6740"/>
                </a:lnTo>
                <a:lnTo>
                  <a:pt x="13992" y="6789"/>
                </a:lnTo>
                <a:lnTo>
                  <a:pt x="13967" y="6813"/>
                </a:lnTo>
                <a:lnTo>
                  <a:pt x="13992" y="6862"/>
                </a:lnTo>
                <a:lnTo>
                  <a:pt x="14040" y="6886"/>
                </a:lnTo>
                <a:lnTo>
                  <a:pt x="14235" y="6886"/>
                </a:lnTo>
                <a:lnTo>
                  <a:pt x="14405" y="6862"/>
                </a:lnTo>
                <a:lnTo>
                  <a:pt x="14770" y="6813"/>
                </a:lnTo>
                <a:lnTo>
                  <a:pt x="15014" y="6740"/>
                </a:lnTo>
                <a:lnTo>
                  <a:pt x="15087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16" y="7592"/>
                </a:lnTo>
                <a:lnTo>
                  <a:pt x="14040" y="7665"/>
                </a:lnTo>
                <a:lnTo>
                  <a:pt x="14065" y="7714"/>
                </a:lnTo>
                <a:lnTo>
                  <a:pt x="14138" y="7738"/>
                </a:lnTo>
                <a:lnTo>
                  <a:pt x="14332" y="7714"/>
                </a:lnTo>
                <a:lnTo>
                  <a:pt x="14527" y="7665"/>
                </a:lnTo>
                <a:lnTo>
                  <a:pt x="14916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57" y="8079"/>
                </a:lnTo>
                <a:lnTo>
                  <a:pt x="14235" y="8103"/>
                </a:lnTo>
                <a:lnTo>
                  <a:pt x="14113" y="8152"/>
                </a:lnTo>
                <a:lnTo>
                  <a:pt x="14016" y="8200"/>
                </a:lnTo>
                <a:lnTo>
                  <a:pt x="13919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19" y="8395"/>
                </a:lnTo>
                <a:lnTo>
                  <a:pt x="13943" y="8395"/>
                </a:lnTo>
                <a:lnTo>
                  <a:pt x="14065" y="8419"/>
                </a:lnTo>
                <a:lnTo>
                  <a:pt x="14211" y="8444"/>
                </a:lnTo>
                <a:lnTo>
                  <a:pt x="14454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7" y="8979"/>
                </a:lnTo>
                <a:lnTo>
                  <a:pt x="13870" y="9028"/>
                </a:lnTo>
                <a:lnTo>
                  <a:pt x="13846" y="9052"/>
                </a:lnTo>
                <a:lnTo>
                  <a:pt x="13870" y="9076"/>
                </a:lnTo>
                <a:lnTo>
                  <a:pt x="13967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478" y="9660"/>
                </a:lnTo>
                <a:lnTo>
                  <a:pt x="14259" y="9757"/>
                </a:lnTo>
                <a:lnTo>
                  <a:pt x="14040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0" y="9976"/>
                </a:lnTo>
                <a:lnTo>
                  <a:pt x="14065" y="9976"/>
                </a:lnTo>
                <a:lnTo>
                  <a:pt x="14284" y="10001"/>
                </a:lnTo>
                <a:lnTo>
                  <a:pt x="14503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65" y="10390"/>
                </a:lnTo>
                <a:lnTo>
                  <a:pt x="14527" y="10463"/>
                </a:lnTo>
                <a:lnTo>
                  <a:pt x="14332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46" y="10682"/>
                </a:lnTo>
                <a:lnTo>
                  <a:pt x="13821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894" y="10901"/>
                </a:lnTo>
                <a:lnTo>
                  <a:pt x="13967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576" y="10901"/>
                </a:lnTo>
                <a:lnTo>
                  <a:pt x="14795" y="10877"/>
                </a:lnTo>
                <a:lnTo>
                  <a:pt x="14795" y="10877"/>
                </a:lnTo>
                <a:lnTo>
                  <a:pt x="14600" y="11339"/>
                </a:lnTo>
                <a:lnTo>
                  <a:pt x="14478" y="11339"/>
                </a:lnTo>
                <a:lnTo>
                  <a:pt x="14284" y="11315"/>
                </a:lnTo>
                <a:lnTo>
                  <a:pt x="14089" y="11339"/>
                </a:lnTo>
                <a:lnTo>
                  <a:pt x="13919" y="11363"/>
                </a:lnTo>
                <a:lnTo>
                  <a:pt x="13724" y="11436"/>
                </a:lnTo>
                <a:lnTo>
                  <a:pt x="13724" y="11461"/>
                </a:lnTo>
                <a:lnTo>
                  <a:pt x="13724" y="11485"/>
                </a:lnTo>
                <a:lnTo>
                  <a:pt x="13894" y="11558"/>
                </a:lnTo>
                <a:lnTo>
                  <a:pt x="14065" y="11607"/>
                </a:lnTo>
                <a:lnTo>
                  <a:pt x="14430" y="11655"/>
                </a:lnTo>
                <a:lnTo>
                  <a:pt x="14186" y="12069"/>
                </a:lnTo>
                <a:lnTo>
                  <a:pt x="13967" y="12069"/>
                </a:lnTo>
                <a:lnTo>
                  <a:pt x="13724" y="12093"/>
                </a:lnTo>
                <a:lnTo>
                  <a:pt x="13602" y="12069"/>
                </a:lnTo>
                <a:lnTo>
                  <a:pt x="13456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64" y="12069"/>
                </a:lnTo>
                <a:lnTo>
                  <a:pt x="13189" y="12166"/>
                </a:lnTo>
                <a:lnTo>
                  <a:pt x="13237" y="12239"/>
                </a:lnTo>
                <a:lnTo>
                  <a:pt x="13310" y="12312"/>
                </a:lnTo>
                <a:lnTo>
                  <a:pt x="13408" y="12361"/>
                </a:lnTo>
                <a:lnTo>
                  <a:pt x="13529" y="12385"/>
                </a:lnTo>
                <a:lnTo>
                  <a:pt x="13651" y="12410"/>
                </a:lnTo>
                <a:lnTo>
                  <a:pt x="13919" y="12434"/>
                </a:lnTo>
                <a:lnTo>
                  <a:pt x="13578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6" y="12677"/>
                </a:lnTo>
                <a:lnTo>
                  <a:pt x="12605" y="12702"/>
                </a:lnTo>
                <a:lnTo>
                  <a:pt x="12605" y="12726"/>
                </a:lnTo>
                <a:lnTo>
                  <a:pt x="12580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26" y="12969"/>
                </a:lnTo>
                <a:lnTo>
                  <a:pt x="12824" y="13018"/>
                </a:lnTo>
                <a:lnTo>
                  <a:pt x="13018" y="13115"/>
                </a:lnTo>
                <a:lnTo>
                  <a:pt x="13237" y="13164"/>
                </a:lnTo>
                <a:lnTo>
                  <a:pt x="13091" y="13286"/>
                </a:lnTo>
                <a:lnTo>
                  <a:pt x="13043" y="13286"/>
                </a:lnTo>
                <a:lnTo>
                  <a:pt x="12580" y="13261"/>
                </a:lnTo>
                <a:lnTo>
                  <a:pt x="12337" y="13213"/>
                </a:lnTo>
                <a:lnTo>
                  <a:pt x="12215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72" y="13261"/>
                </a:lnTo>
                <a:lnTo>
                  <a:pt x="11972" y="13334"/>
                </a:lnTo>
                <a:lnTo>
                  <a:pt x="11996" y="13383"/>
                </a:lnTo>
                <a:lnTo>
                  <a:pt x="12142" y="13505"/>
                </a:lnTo>
                <a:lnTo>
                  <a:pt x="12288" y="13578"/>
                </a:lnTo>
                <a:lnTo>
                  <a:pt x="12459" y="13626"/>
                </a:lnTo>
                <a:lnTo>
                  <a:pt x="12653" y="13651"/>
                </a:lnTo>
                <a:lnTo>
                  <a:pt x="12215" y="13943"/>
                </a:lnTo>
                <a:lnTo>
                  <a:pt x="12142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42" y="13724"/>
                </a:lnTo>
                <a:lnTo>
                  <a:pt x="11218" y="13748"/>
                </a:lnTo>
                <a:lnTo>
                  <a:pt x="11193" y="13748"/>
                </a:lnTo>
                <a:lnTo>
                  <a:pt x="11193" y="13821"/>
                </a:lnTo>
                <a:lnTo>
                  <a:pt x="11242" y="13894"/>
                </a:lnTo>
                <a:lnTo>
                  <a:pt x="11291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777" y="14210"/>
                </a:lnTo>
                <a:lnTo>
                  <a:pt x="11437" y="14381"/>
                </a:lnTo>
                <a:lnTo>
                  <a:pt x="11364" y="14332"/>
                </a:lnTo>
                <a:lnTo>
                  <a:pt x="11315" y="14308"/>
                </a:lnTo>
                <a:lnTo>
                  <a:pt x="11169" y="14259"/>
                </a:lnTo>
                <a:lnTo>
                  <a:pt x="10877" y="14235"/>
                </a:lnTo>
                <a:lnTo>
                  <a:pt x="10634" y="14210"/>
                </a:lnTo>
                <a:lnTo>
                  <a:pt x="10488" y="14210"/>
                </a:lnTo>
                <a:lnTo>
                  <a:pt x="10366" y="14235"/>
                </a:lnTo>
                <a:lnTo>
                  <a:pt x="10342" y="14283"/>
                </a:lnTo>
                <a:lnTo>
                  <a:pt x="10366" y="14332"/>
                </a:lnTo>
                <a:lnTo>
                  <a:pt x="10390" y="14381"/>
                </a:lnTo>
                <a:lnTo>
                  <a:pt x="10488" y="14478"/>
                </a:lnTo>
                <a:lnTo>
                  <a:pt x="10609" y="14551"/>
                </a:lnTo>
                <a:lnTo>
                  <a:pt x="10707" y="14575"/>
                </a:lnTo>
                <a:lnTo>
                  <a:pt x="10877" y="14624"/>
                </a:lnTo>
                <a:lnTo>
                  <a:pt x="10488" y="14746"/>
                </a:lnTo>
                <a:lnTo>
                  <a:pt x="10293" y="14673"/>
                </a:lnTo>
                <a:lnTo>
                  <a:pt x="10098" y="14624"/>
                </a:lnTo>
                <a:lnTo>
                  <a:pt x="9904" y="14600"/>
                </a:lnTo>
                <a:lnTo>
                  <a:pt x="9782" y="14600"/>
                </a:lnTo>
                <a:lnTo>
                  <a:pt x="9685" y="14648"/>
                </a:lnTo>
                <a:lnTo>
                  <a:pt x="9660" y="14673"/>
                </a:lnTo>
                <a:lnTo>
                  <a:pt x="9660" y="14721"/>
                </a:lnTo>
                <a:lnTo>
                  <a:pt x="9709" y="14794"/>
                </a:lnTo>
                <a:lnTo>
                  <a:pt x="9782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63" y="14940"/>
                </a:lnTo>
                <a:lnTo>
                  <a:pt x="9514" y="14916"/>
                </a:lnTo>
                <a:lnTo>
                  <a:pt x="9417" y="14867"/>
                </a:lnTo>
                <a:lnTo>
                  <a:pt x="9222" y="14843"/>
                </a:lnTo>
                <a:lnTo>
                  <a:pt x="9125" y="14843"/>
                </a:lnTo>
                <a:lnTo>
                  <a:pt x="9028" y="14867"/>
                </a:lnTo>
                <a:lnTo>
                  <a:pt x="9003" y="14916"/>
                </a:lnTo>
                <a:lnTo>
                  <a:pt x="8979" y="14965"/>
                </a:lnTo>
                <a:lnTo>
                  <a:pt x="8955" y="15013"/>
                </a:lnTo>
                <a:lnTo>
                  <a:pt x="8979" y="15062"/>
                </a:lnTo>
                <a:lnTo>
                  <a:pt x="9003" y="15086"/>
                </a:lnTo>
                <a:lnTo>
                  <a:pt x="8638" y="15135"/>
                </a:lnTo>
                <a:lnTo>
                  <a:pt x="8298" y="15159"/>
                </a:lnTo>
                <a:lnTo>
                  <a:pt x="7203" y="15159"/>
                </a:lnTo>
                <a:lnTo>
                  <a:pt x="6838" y="15111"/>
                </a:lnTo>
                <a:lnTo>
                  <a:pt x="6497" y="15062"/>
                </a:lnTo>
                <a:lnTo>
                  <a:pt x="6132" y="14989"/>
                </a:lnTo>
                <a:lnTo>
                  <a:pt x="5792" y="14916"/>
                </a:lnTo>
                <a:lnTo>
                  <a:pt x="5451" y="14819"/>
                </a:lnTo>
                <a:lnTo>
                  <a:pt x="5110" y="14697"/>
                </a:lnTo>
                <a:lnTo>
                  <a:pt x="4794" y="14575"/>
                </a:lnTo>
                <a:lnTo>
                  <a:pt x="4453" y="14405"/>
                </a:lnTo>
                <a:lnTo>
                  <a:pt x="4137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18" y="13456"/>
                </a:lnTo>
                <a:lnTo>
                  <a:pt x="2774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093" y="12507"/>
                </a:lnTo>
                <a:lnTo>
                  <a:pt x="1898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387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22" y="10512"/>
                </a:lnTo>
                <a:lnTo>
                  <a:pt x="949" y="10195"/>
                </a:lnTo>
                <a:lnTo>
                  <a:pt x="876" y="9879"/>
                </a:lnTo>
                <a:lnTo>
                  <a:pt x="828" y="9538"/>
                </a:lnTo>
                <a:lnTo>
                  <a:pt x="755" y="9003"/>
                </a:lnTo>
                <a:lnTo>
                  <a:pt x="730" y="8468"/>
                </a:lnTo>
                <a:lnTo>
                  <a:pt x="730" y="7933"/>
                </a:lnTo>
                <a:lnTo>
                  <a:pt x="779" y="7397"/>
                </a:lnTo>
                <a:lnTo>
                  <a:pt x="828" y="6862"/>
                </a:lnTo>
                <a:lnTo>
                  <a:pt x="949" y="6351"/>
                </a:lnTo>
                <a:lnTo>
                  <a:pt x="1071" y="5840"/>
                </a:lnTo>
                <a:lnTo>
                  <a:pt x="1266" y="5353"/>
                </a:lnTo>
                <a:lnTo>
                  <a:pt x="1387" y="5061"/>
                </a:lnTo>
                <a:lnTo>
                  <a:pt x="1558" y="4745"/>
                </a:lnTo>
                <a:lnTo>
                  <a:pt x="1752" y="4404"/>
                </a:lnTo>
                <a:lnTo>
                  <a:pt x="1996" y="4064"/>
                </a:lnTo>
                <a:lnTo>
                  <a:pt x="2263" y="3699"/>
                </a:lnTo>
                <a:lnTo>
                  <a:pt x="2555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0" y="2263"/>
                </a:lnTo>
                <a:lnTo>
                  <a:pt x="4064" y="1922"/>
                </a:lnTo>
                <a:lnTo>
                  <a:pt x="4526" y="1630"/>
                </a:lnTo>
                <a:lnTo>
                  <a:pt x="5013" y="1363"/>
                </a:lnTo>
                <a:lnTo>
                  <a:pt x="5500" y="1144"/>
                </a:lnTo>
                <a:lnTo>
                  <a:pt x="6035" y="974"/>
                </a:lnTo>
                <a:lnTo>
                  <a:pt x="6303" y="925"/>
                </a:lnTo>
                <a:lnTo>
                  <a:pt x="6595" y="876"/>
                </a:lnTo>
                <a:lnTo>
                  <a:pt x="6862" y="828"/>
                </a:lnTo>
                <a:lnTo>
                  <a:pt x="7154" y="803"/>
                </a:lnTo>
                <a:lnTo>
                  <a:pt x="7519" y="779"/>
                </a:lnTo>
                <a:lnTo>
                  <a:pt x="7909" y="730"/>
                </a:lnTo>
                <a:lnTo>
                  <a:pt x="8298" y="682"/>
                </a:lnTo>
                <a:close/>
                <a:moveTo>
                  <a:pt x="8128" y="0"/>
                </a:moveTo>
                <a:lnTo>
                  <a:pt x="7738" y="25"/>
                </a:lnTo>
                <a:lnTo>
                  <a:pt x="7373" y="73"/>
                </a:lnTo>
                <a:lnTo>
                  <a:pt x="7081" y="49"/>
                </a:lnTo>
                <a:lnTo>
                  <a:pt x="6765" y="49"/>
                </a:lnTo>
                <a:lnTo>
                  <a:pt x="6473" y="73"/>
                </a:lnTo>
                <a:lnTo>
                  <a:pt x="6157" y="146"/>
                </a:lnTo>
                <a:lnTo>
                  <a:pt x="5840" y="219"/>
                </a:lnTo>
                <a:lnTo>
                  <a:pt x="5524" y="317"/>
                </a:lnTo>
                <a:lnTo>
                  <a:pt x="5208" y="438"/>
                </a:lnTo>
                <a:lnTo>
                  <a:pt x="4916" y="560"/>
                </a:lnTo>
                <a:lnTo>
                  <a:pt x="4307" y="876"/>
                </a:lnTo>
                <a:lnTo>
                  <a:pt x="3748" y="1217"/>
                </a:lnTo>
                <a:lnTo>
                  <a:pt x="3212" y="1606"/>
                </a:lnTo>
                <a:lnTo>
                  <a:pt x="2750" y="1995"/>
                </a:lnTo>
                <a:lnTo>
                  <a:pt x="2482" y="2239"/>
                </a:lnTo>
                <a:lnTo>
                  <a:pt x="2239" y="2482"/>
                </a:lnTo>
                <a:lnTo>
                  <a:pt x="2020" y="2725"/>
                </a:lnTo>
                <a:lnTo>
                  <a:pt x="1825" y="2993"/>
                </a:lnTo>
                <a:lnTo>
                  <a:pt x="1631" y="3261"/>
                </a:lnTo>
                <a:lnTo>
                  <a:pt x="1436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390" y="5962"/>
                </a:lnTo>
                <a:lnTo>
                  <a:pt x="195" y="6643"/>
                </a:lnTo>
                <a:lnTo>
                  <a:pt x="122" y="7008"/>
                </a:lnTo>
                <a:lnTo>
                  <a:pt x="49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1" y="8809"/>
                </a:lnTo>
                <a:lnTo>
                  <a:pt x="49" y="9174"/>
                </a:lnTo>
                <a:lnTo>
                  <a:pt x="98" y="9514"/>
                </a:lnTo>
                <a:lnTo>
                  <a:pt x="171" y="9879"/>
                </a:lnTo>
                <a:lnTo>
                  <a:pt x="268" y="10220"/>
                </a:lnTo>
                <a:lnTo>
                  <a:pt x="365" y="10560"/>
                </a:lnTo>
                <a:lnTo>
                  <a:pt x="487" y="10901"/>
                </a:lnTo>
                <a:lnTo>
                  <a:pt x="633" y="11242"/>
                </a:lnTo>
                <a:lnTo>
                  <a:pt x="803" y="11582"/>
                </a:lnTo>
                <a:lnTo>
                  <a:pt x="1168" y="12264"/>
                </a:lnTo>
                <a:lnTo>
                  <a:pt x="1387" y="12629"/>
                </a:lnTo>
                <a:lnTo>
                  <a:pt x="1631" y="12994"/>
                </a:lnTo>
                <a:lnTo>
                  <a:pt x="1874" y="13334"/>
                </a:lnTo>
                <a:lnTo>
                  <a:pt x="2142" y="13651"/>
                </a:lnTo>
                <a:lnTo>
                  <a:pt x="2434" y="13943"/>
                </a:lnTo>
                <a:lnTo>
                  <a:pt x="2726" y="14235"/>
                </a:lnTo>
                <a:lnTo>
                  <a:pt x="3042" y="14502"/>
                </a:lnTo>
                <a:lnTo>
                  <a:pt x="3358" y="14746"/>
                </a:lnTo>
                <a:lnTo>
                  <a:pt x="3699" y="14965"/>
                </a:lnTo>
                <a:lnTo>
                  <a:pt x="4040" y="15159"/>
                </a:lnTo>
                <a:lnTo>
                  <a:pt x="4405" y="15354"/>
                </a:lnTo>
                <a:lnTo>
                  <a:pt x="4794" y="15500"/>
                </a:lnTo>
                <a:lnTo>
                  <a:pt x="5183" y="15622"/>
                </a:lnTo>
                <a:lnTo>
                  <a:pt x="5573" y="15743"/>
                </a:lnTo>
                <a:lnTo>
                  <a:pt x="5986" y="15816"/>
                </a:lnTo>
                <a:lnTo>
                  <a:pt x="6424" y="15889"/>
                </a:lnTo>
                <a:lnTo>
                  <a:pt x="6838" y="15914"/>
                </a:lnTo>
                <a:lnTo>
                  <a:pt x="7276" y="15938"/>
                </a:lnTo>
                <a:lnTo>
                  <a:pt x="7714" y="15938"/>
                </a:lnTo>
                <a:lnTo>
                  <a:pt x="8152" y="15914"/>
                </a:lnTo>
                <a:lnTo>
                  <a:pt x="8565" y="15889"/>
                </a:lnTo>
                <a:lnTo>
                  <a:pt x="9003" y="15841"/>
                </a:lnTo>
                <a:lnTo>
                  <a:pt x="9417" y="15768"/>
                </a:lnTo>
                <a:lnTo>
                  <a:pt x="9831" y="15670"/>
                </a:lnTo>
                <a:lnTo>
                  <a:pt x="10244" y="15573"/>
                </a:lnTo>
                <a:lnTo>
                  <a:pt x="10658" y="15451"/>
                </a:lnTo>
                <a:lnTo>
                  <a:pt x="11047" y="15305"/>
                </a:lnTo>
                <a:lnTo>
                  <a:pt x="11437" y="15135"/>
                </a:lnTo>
                <a:lnTo>
                  <a:pt x="11826" y="14940"/>
                </a:lnTo>
                <a:lnTo>
                  <a:pt x="12191" y="14721"/>
                </a:lnTo>
                <a:lnTo>
                  <a:pt x="12556" y="14478"/>
                </a:lnTo>
                <a:lnTo>
                  <a:pt x="12921" y="14235"/>
                </a:lnTo>
                <a:lnTo>
                  <a:pt x="13262" y="13943"/>
                </a:lnTo>
                <a:lnTo>
                  <a:pt x="13578" y="13651"/>
                </a:lnTo>
                <a:lnTo>
                  <a:pt x="13894" y="13334"/>
                </a:lnTo>
                <a:lnTo>
                  <a:pt x="14186" y="13018"/>
                </a:lnTo>
                <a:lnTo>
                  <a:pt x="14430" y="12702"/>
                </a:lnTo>
                <a:lnTo>
                  <a:pt x="14673" y="12361"/>
                </a:lnTo>
                <a:lnTo>
                  <a:pt x="14892" y="11996"/>
                </a:lnTo>
                <a:lnTo>
                  <a:pt x="15087" y="11631"/>
                </a:lnTo>
                <a:lnTo>
                  <a:pt x="15111" y="11631"/>
                </a:lnTo>
                <a:lnTo>
                  <a:pt x="15135" y="11582"/>
                </a:lnTo>
                <a:lnTo>
                  <a:pt x="15135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68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17" y="8760"/>
                </a:lnTo>
                <a:lnTo>
                  <a:pt x="15817" y="8371"/>
                </a:lnTo>
                <a:lnTo>
                  <a:pt x="15817" y="7957"/>
                </a:lnTo>
                <a:lnTo>
                  <a:pt x="15719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00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35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00" y="3480"/>
                </a:lnTo>
                <a:lnTo>
                  <a:pt x="14381" y="3115"/>
                </a:lnTo>
                <a:lnTo>
                  <a:pt x="14138" y="2774"/>
                </a:lnTo>
                <a:lnTo>
                  <a:pt x="13870" y="2458"/>
                </a:lnTo>
                <a:lnTo>
                  <a:pt x="13578" y="2141"/>
                </a:lnTo>
                <a:lnTo>
                  <a:pt x="13262" y="1849"/>
                </a:lnTo>
                <a:lnTo>
                  <a:pt x="12970" y="1582"/>
                </a:lnTo>
                <a:lnTo>
                  <a:pt x="12629" y="1363"/>
                </a:lnTo>
                <a:lnTo>
                  <a:pt x="12288" y="1144"/>
                </a:lnTo>
                <a:lnTo>
                  <a:pt x="11948" y="949"/>
                </a:lnTo>
                <a:lnTo>
                  <a:pt x="11583" y="779"/>
                </a:lnTo>
                <a:lnTo>
                  <a:pt x="11218" y="609"/>
                </a:lnTo>
                <a:lnTo>
                  <a:pt x="10828" y="487"/>
                </a:lnTo>
                <a:lnTo>
                  <a:pt x="10463" y="365"/>
                </a:lnTo>
                <a:lnTo>
                  <a:pt x="10098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0" y="49"/>
                </a:lnTo>
                <a:lnTo>
                  <a:pt x="8517" y="25"/>
                </a:lnTo>
                <a:lnTo>
                  <a:pt x="812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5520486" y="4177339"/>
            <a:ext cx="346227" cy="348325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5520486" y="3193802"/>
            <a:ext cx="346227" cy="348325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5520486" y="3685564"/>
            <a:ext cx="346227" cy="348325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7668125" y="2719814"/>
            <a:ext cx="346205" cy="348325"/>
          </a:xfrm>
          <a:custGeom>
            <a:rect b="b" l="l" r="r" t="t"/>
            <a:pathLst>
              <a:path extrusionOk="0" h="15938" w="15841">
                <a:moveTo>
                  <a:pt x="4502" y="7470"/>
                </a:moveTo>
                <a:lnTo>
                  <a:pt x="4575" y="7495"/>
                </a:lnTo>
                <a:lnTo>
                  <a:pt x="4648" y="7543"/>
                </a:lnTo>
                <a:lnTo>
                  <a:pt x="4696" y="7616"/>
                </a:lnTo>
                <a:lnTo>
                  <a:pt x="4721" y="7714"/>
                </a:lnTo>
                <a:lnTo>
                  <a:pt x="4721" y="7787"/>
                </a:lnTo>
                <a:lnTo>
                  <a:pt x="4696" y="7908"/>
                </a:lnTo>
                <a:lnTo>
                  <a:pt x="4623" y="7981"/>
                </a:lnTo>
                <a:lnTo>
                  <a:pt x="4550" y="8054"/>
                </a:lnTo>
                <a:lnTo>
                  <a:pt x="4429" y="8079"/>
                </a:lnTo>
                <a:lnTo>
                  <a:pt x="4307" y="8054"/>
                </a:lnTo>
                <a:lnTo>
                  <a:pt x="4234" y="7981"/>
                </a:lnTo>
                <a:lnTo>
                  <a:pt x="4161" y="7908"/>
                </a:lnTo>
                <a:lnTo>
                  <a:pt x="4137" y="7787"/>
                </a:lnTo>
                <a:lnTo>
                  <a:pt x="4161" y="7665"/>
                </a:lnTo>
                <a:lnTo>
                  <a:pt x="4234" y="7543"/>
                </a:lnTo>
                <a:lnTo>
                  <a:pt x="4307" y="7495"/>
                </a:lnTo>
                <a:lnTo>
                  <a:pt x="4404" y="7470"/>
                </a:lnTo>
                <a:close/>
                <a:moveTo>
                  <a:pt x="10877" y="7470"/>
                </a:moveTo>
                <a:lnTo>
                  <a:pt x="10950" y="7495"/>
                </a:lnTo>
                <a:lnTo>
                  <a:pt x="11023" y="7543"/>
                </a:lnTo>
                <a:lnTo>
                  <a:pt x="11071" y="7616"/>
                </a:lnTo>
                <a:lnTo>
                  <a:pt x="11096" y="7714"/>
                </a:lnTo>
                <a:lnTo>
                  <a:pt x="11096" y="7787"/>
                </a:lnTo>
                <a:lnTo>
                  <a:pt x="11071" y="7908"/>
                </a:lnTo>
                <a:lnTo>
                  <a:pt x="10998" y="7981"/>
                </a:lnTo>
                <a:lnTo>
                  <a:pt x="10926" y="8054"/>
                </a:lnTo>
                <a:lnTo>
                  <a:pt x="10804" y="8079"/>
                </a:lnTo>
                <a:lnTo>
                  <a:pt x="10682" y="8054"/>
                </a:lnTo>
                <a:lnTo>
                  <a:pt x="10609" y="7981"/>
                </a:lnTo>
                <a:lnTo>
                  <a:pt x="10536" y="7908"/>
                </a:lnTo>
                <a:lnTo>
                  <a:pt x="10512" y="7787"/>
                </a:lnTo>
                <a:lnTo>
                  <a:pt x="10536" y="7665"/>
                </a:lnTo>
                <a:lnTo>
                  <a:pt x="10609" y="7543"/>
                </a:lnTo>
                <a:lnTo>
                  <a:pt x="10682" y="7495"/>
                </a:lnTo>
                <a:lnTo>
                  <a:pt x="10780" y="7470"/>
                </a:lnTo>
                <a:close/>
                <a:moveTo>
                  <a:pt x="4477" y="7081"/>
                </a:moveTo>
                <a:lnTo>
                  <a:pt x="4307" y="7105"/>
                </a:lnTo>
                <a:lnTo>
                  <a:pt x="4137" y="7178"/>
                </a:lnTo>
                <a:lnTo>
                  <a:pt x="4015" y="7300"/>
                </a:lnTo>
                <a:lnTo>
                  <a:pt x="3893" y="7446"/>
                </a:lnTo>
                <a:lnTo>
                  <a:pt x="3820" y="7568"/>
                </a:lnTo>
                <a:lnTo>
                  <a:pt x="3772" y="7714"/>
                </a:lnTo>
                <a:lnTo>
                  <a:pt x="3723" y="7835"/>
                </a:lnTo>
                <a:lnTo>
                  <a:pt x="3723" y="7981"/>
                </a:lnTo>
                <a:lnTo>
                  <a:pt x="3674" y="8225"/>
                </a:lnTo>
                <a:lnTo>
                  <a:pt x="3674" y="8395"/>
                </a:lnTo>
                <a:lnTo>
                  <a:pt x="3723" y="8565"/>
                </a:lnTo>
                <a:lnTo>
                  <a:pt x="3772" y="8711"/>
                </a:lnTo>
                <a:lnTo>
                  <a:pt x="3869" y="8833"/>
                </a:lnTo>
                <a:lnTo>
                  <a:pt x="3966" y="8955"/>
                </a:lnTo>
                <a:lnTo>
                  <a:pt x="4088" y="9028"/>
                </a:lnTo>
                <a:lnTo>
                  <a:pt x="4234" y="9101"/>
                </a:lnTo>
                <a:lnTo>
                  <a:pt x="4404" y="9149"/>
                </a:lnTo>
                <a:lnTo>
                  <a:pt x="4599" y="9174"/>
                </a:lnTo>
                <a:lnTo>
                  <a:pt x="4769" y="9149"/>
                </a:lnTo>
                <a:lnTo>
                  <a:pt x="4940" y="9101"/>
                </a:lnTo>
                <a:lnTo>
                  <a:pt x="5086" y="9028"/>
                </a:lnTo>
                <a:lnTo>
                  <a:pt x="5207" y="8930"/>
                </a:lnTo>
                <a:lnTo>
                  <a:pt x="5329" y="8809"/>
                </a:lnTo>
                <a:lnTo>
                  <a:pt x="5426" y="8663"/>
                </a:lnTo>
                <a:lnTo>
                  <a:pt x="5499" y="8517"/>
                </a:lnTo>
                <a:lnTo>
                  <a:pt x="5548" y="8346"/>
                </a:lnTo>
                <a:lnTo>
                  <a:pt x="5572" y="8176"/>
                </a:lnTo>
                <a:lnTo>
                  <a:pt x="5548" y="8006"/>
                </a:lnTo>
                <a:lnTo>
                  <a:pt x="5524" y="7835"/>
                </a:lnTo>
                <a:lnTo>
                  <a:pt x="5475" y="7689"/>
                </a:lnTo>
                <a:lnTo>
                  <a:pt x="5402" y="7519"/>
                </a:lnTo>
                <a:lnTo>
                  <a:pt x="5280" y="7397"/>
                </a:lnTo>
                <a:lnTo>
                  <a:pt x="5134" y="7251"/>
                </a:lnTo>
                <a:lnTo>
                  <a:pt x="4988" y="7154"/>
                </a:lnTo>
                <a:lnTo>
                  <a:pt x="4818" y="7105"/>
                </a:lnTo>
                <a:lnTo>
                  <a:pt x="4648" y="7081"/>
                </a:lnTo>
                <a:close/>
                <a:moveTo>
                  <a:pt x="10853" y="7081"/>
                </a:moveTo>
                <a:lnTo>
                  <a:pt x="10682" y="7105"/>
                </a:lnTo>
                <a:lnTo>
                  <a:pt x="10512" y="7178"/>
                </a:lnTo>
                <a:lnTo>
                  <a:pt x="10390" y="7300"/>
                </a:lnTo>
                <a:lnTo>
                  <a:pt x="10269" y="7446"/>
                </a:lnTo>
                <a:lnTo>
                  <a:pt x="10196" y="7568"/>
                </a:lnTo>
                <a:lnTo>
                  <a:pt x="10147" y="7714"/>
                </a:lnTo>
                <a:lnTo>
                  <a:pt x="10098" y="7835"/>
                </a:lnTo>
                <a:lnTo>
                  <a:pt x="10098" y="7981"/>
                </a:lnTo>
                <a:lnTo>
                  <a:pt x="10050" y="8225"/>
                </a:lnTo>
                <a:lnTo>
                  <a:pt x="10050" y="8395"/>
                </a:lnTo>
                <a:lnTo>
                  <a:pt x="10098" y="8565"/>
                </a:lnTo>
                <a:lnTo>
                  <a:pt x="10147" y="8711"/>
                </a:lnTo>
                <a:lnTo>
                  <a:pt x="10244" y="8833"/>
                </a:lnTo>
                <a:lnTo>
                  <a:pt x="10342" y="8955"/>
                </a:lnTo>
                <a:lnTo>
                  <a:pt x="10463" y="9028"/>
                </a:lnTo>
                <a:lnTo>
                  <a:pt x="10609" y="9101"/>
                </a:lnTo>
                <a:lnTo>
                  <a:pt x="10780" y="9149"/>
                </a:lnTo>
                <a:lnTo>
                  <a:pt x="10974" y="9174"/>
                </a:lnTo>
                <a:lnTo>
                  <a:pt x="11144" y="9149"/>
                </a:lnTo>
                <a:lnTo>
                  <a:pt x="11315" y="9101"/>
                </a:lnTo>
                <a:lnTo>
                  <a:pt x="11461" y="9028"/>
                </a:lnTo>
                <a:lnTo>
                  <a:pt x="11582" y="8930"/>
                </a:lnTo>
                <a:lnTo>
                  <a:pt x="11704" y="8809"/>
                </a:lnTo>
                <a:lnTo>
                  <a:pt x="11801" y="8663"/>
                </a:lnTo>
                <a:lnTo>
                  <a:pt x="11874" y="8517"/>
                </a:lnTo>
                <a:lnTo>
                  <a:pt x="11923" y="8346"/>
                </a:lnTo>
                <a:lnTo>
                  <a:pt x="11947" y="8176"/>
                </a:lnTo>
                <a:lnTo>
                  <a:pt x="11923" y="8006"/>
                </a:lnTo>
                <a:lnTo>
                  <a:pt x="11899" y="7835"/>
                </a:lnTo>
                <a:lnTo>
                  <a:pt x="11850" y="7689"/>
                </a:lnTo>
                <a:lnTo>
                  <a:pt x="11777" y="7519"/>
                </a:lnTo>
                <a:lnTo>
                  <a:pt x="11655" y="7397"/>
                </a:lnTo>
                <a:lnTo>
                  <a:pt x="11509" y="7251"/>
                </a:lnTo>
                <a:lnTo>
                  <a:pt x="11363" y="7154"/>
                </a:lnTo>
                <a:lnTo>
                  <a:pt x="11193" y="7105"/>
                </a:lnTo>
                <a:lnTo>
                  <a:pt x="11023" y="7081"/>
                </a:lnTo>
                <a:close/>
                <a:moveTo>
                  <a:pt x="7787" y="10244"/>
                </a:moveTo>
                <a:lnTo>
                  <a:pt x="7470" y="10268"/>
                </a:lnTo>
                <a:lnTo>
                  <a:pt x="7154" y="10293"/>
                </a:lnTo>
                <a:lnTo>
                  <a:pt x="6643" y="10390"/>
                </a:lnTo>
                <a:lnTo>
                  <a:pt x="6132" y="10536"/>
                </a:lnTo>
                <a:lnTo>
                  <a:pt x="5645" y="10731"/>
                </a:lnTo>
                <a:lnTo>
                  <a:pt x="5159" y="10950"/>
                </a:lnTo>
                <a:lnTo>
                  <a:pt x="4745" y="11144"/>
                </a:lnTo>
                <a:lnTo>
                  <a:pt x="4502" y="11266"/>
                </a:lnTo>
                <a:lnTo>
                  <a:pt x="4283" y="11388"/>
                </a:lnTo>
                <a:lnTo>
                  <a:pt x="4088" y="11534"/>
                </a:lnTo>
                <a:lnTo>
                  <a:pt x="3918" y="11704"/>
                </a:lnTo>
                <a:lnTo>
                  <a:pt x="3772" y="11899"/>
                </a:lnTo>
                <a:lnTo>
                  <a:pt x="3723" y="11996"/>
                </a:lnTo>
                <a:lnTo>
                  <a:pt x="3699" y="12118"/>
                </a:lnTo>
                <a:lnTo>
                  <a:pt x="3699" y="12166"/>
                </a:lnTo>
                <a:lnTo>
                  <a:pt x="3699" y="12239"/>
                </a:lnTo>
                <a:lnTo>
                  <a:pt x="3747" y="12288"/>
                </a:lnTo>
                <a:lnTo>
                  <a:pt x="3796" y="12312"/>
                </a:lnTo>
                <a:lnTo>
                  <a:pt x="3918" y="12312"/>
                </a:lnTo>
                <a:lnTo>
                  <a:pt x="3966" y="12288"/>
                </a:lnTo>
                <a:lnTo>
                  <a:pt x="4015" y="12239"/>
                </a:lnTo>
                <a:lnTo>
                  <a:pt x="4161" y="12093"/>
                </a:lnTo>
                <a:lnTo>
                  <a:pt x="4307" y="11947"/>
                </a:lnTo>
                <a:lnTo>
                  <a:pt x="4502" y="11826"/>
                </a:lnTo>
                <a:lnTo>
                  <a:pt x="4721" y="11704"/>
                </a:lnTo>
                <a:lnTo>
                  <a:pt x="5134" y="11509"/>
                </a:lnTo>
                <a:lnTo>
                  <a:pt x="5524" y="11339"/>
                </a:lnTo>
                <a:lnTo>
                  <a:pt x="5937" y="11169"/>
                </a:lnTo>
                <a:lnTo>
                  <a:pt x="6375" y="11023"/>
                </a:lnTo>
                <a:lnTo>
                  <a:pt x="6813" y="10901"/>
                </a:lnTo>
                <a:lnTo>
                  <a:pt x="7032" y="10852"/>
                </a:lnTo>
                <a:lnTo>
                  <a:pt x="7276" y="10828"/>
                </a:lnTo>
                <a:lnTo>
                  <a:pt x="7835" y="10804"/>
                </a:lnTo>
                <a:lnTo>
                  <a:pt x="8419" y="10828"/>
                </a:lnTo>
                <a:lnTo>
                  <a:pt x="9003" y="10901"/>
                </a:lnTo>
                <a:lnTo>
                  <a:pt x="9295" y="10950"/>
                </a:lnTo>
                <a:lnTo>
                  <a:pt x="9587" y="11023"/>
                </a:lnTo>
                <a:lnTo>
                  <a:pt x="9879" y="11120"/>
                </a:lnTo>
                <a:lnTo>
                  <a:pt x="10147" y="11242"/>
                </a:lnTo>
                <a:lnTo>
                  <a:pt x="10415" y="11363"/>
                </a:lnTo>
                <a:lnTo>
                  <a:pt x="10658" y="11509"/>
                </a:lnTo>
                <a:lnTo>
                  <a:pt x="10901" y="11655"/>
                </a:lnTo>
                <a:lnTo>
                  <a:pt x="11120" y="11850"/>
                </a:lnTo>
                <a:lnTo>
                  <a:pt x="11315" y="12045"/>
                </a:lnTo>
                <a:lnTo>
                  <a:pt x="11485" y="12288"/>
                </a:lnTo>
                <a:lnTo>
                  <a:pt x="11582" y="12361"/>
                </a:lnTo>
                <a:lnTo>
                  <a:pt x="11680" y="12410"/>
                </a:lnTo>
                <a:lnTo>
                  <a:pt x="11777" y="12410"/>
                </a:lnTo>
                <a:lnTo>
                  <a:pt x="11874" y="12361"/>
                </a:lnTo>
                <a:lnTo>
                  <a:pt x="11947" y="12288"/>
                </a:lnTo>
                <a:lnTo>
                  <a:pt x="11996" y="12215"/>
                </a:lnTo>
                <a:lnTo>
                  <a:pt x="12020" y="12118"/>
                </a:lnTo>
                <a:lnTo>
                  <a:pt x="11972" y="12020"/>
                </a:lnTo>
                <a:lnTo>
                  <a:pt x="11753" y="11753"/>
                </a:lnTo>
                <a:lnTo>
                  <a:pt x="11534" y="11509"/>
                </a:lnTo>
                <a:lnTo>
                  <a:pt x="11290" y="11290"/>
                </a:lnTo>
                <a:lnTo>
                  <a:pt x="11023" y="11096"/>
                </a:lnTo>
                <a:lnTo>
                  <a:pt x="10731" y="10925"/>
                </a:lnTo>
                <a:lnTo>
                  <a:pt x="10439" y="10779"/>
                </a:lnTo>
                <a:lnTo>
                  <a:pt x="10123" y="10633"/>
                </a:lnTo>
                <a:lnTo>
                  <a:pt x="9806" y="10536"/>
                </a:lnTo>
                <a:lnTo>
                  <a:pt x="9466" y="10439"/>
                </a:lnTo>
                <a:lnTo>
                  <a:pt x="9149" y="10366"/>
                </a:lnTo>
                <a:lnTo>
                  <a:pt x="8809" y="10317"/>
                </a:lnTo>
                <a:lnTo>
                  <a:pt x="8468" y="10268"/>
                </a:lnTo>
                <a:lnTo>
                  <a:pt x="8127" y="10244"/>
                </a:lnTo>
                <a:close/>
                <a:moveTo>
                  <a:pt x="8517" y="682"/>
                </a:moveTo>
                <a:lnTo>
                  <a:pt x="8663" y="706"/>
                </a:lnTo>
                <a:lnTo>
                  <a:pt x="9125" y="755"/>
                </a:lnTo>
                <a:lnTo>
                  <a:pt x="9563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0" y="1241"/>
                </a:lnTo>
                <a:lnTo>
                  <a:pt x="11461" y="1411"/>
                </a:lnTo>
                <a:lnTo>
                  <a:pt x="11777" y="1557"/>
                </a:lnTo>
                <a:lnTo>
                  <a:pt x="11777" y="1582"/>
                </a:lnTo>
                <a:lnTo>
                  <a:pt x="11728" y="1655"/>
                </a:lnTo>
                <a:lnTo>
                  <a:pt x="11753" y="1752"/>
                </a:lnTo>
                <a:lnTo>
                  <a:pt x="11777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72" y="1776"/>
                </a:lnTo>
                <a:lnTo>
                  <a:pt x="11996" y="1752"/>
                </a:lnTo>
                <a:lnTo>
                  <a:pt x="12020" y="1728"/>
                </a:lnTo>
                <a:lnTo>
                  <a:pt x="12045" y="1728"/>
                </a:lnTo>
                <a:lnTo>
                  <a:pt x="12142" y="1801"/>
                </a:lnTo>
                <a:lnTo>
                  <a:pt x="12118" y="1874"/>
                </a:lnTo>
                <a:lnTo>
                  <a:pt x="12093" y="1947"/>
                </a:lnTo>
                <a:lnTo>
                  <a:pt x="12118" y="1995"/>
                </a:lnTo>
                <a:lnTo>
                  <a:pt x="12142" y="2020"/>
                </a:lnTo>
                <a:lnTo>
                  <a:pt x="12191" y="2044"/>
                </a:lnTo>
                <a:lnTo>
                  <a:pt x="12215" y="2020"/>
                </a:lnTo>
                <a:lnTo>
                  <a:pt x="12264" y="1995"/>
                </a:lnTo>
                <a:lnTo>
                  <a:pt x="12337" y="1922"/>
                </a:lnTo>
                <a:lnTo>
                  <a:pt x="12556" y="2068"/>
                </a:lnTo>
                <a:lnTo>
                  <a:pt x="12507" y="2190"/>
                </a:lnTo>
                <a:lnTo>
                  <a:pt x="12507" y="2239"/>
                </a:lnTo>
                <a:lnTo>
                  <a:pt x="12507" y="2336"/>
                </a:lnTo>
                <a:lnTo>
                  <a:pt x="12531" y="2385"/>
                </a:lnTo>
                <a:lnTo>
                  <a:pt x="12556" y="2409"/>
                </a:lnTo>
                <a:lnTo>
                  <a:pt x="12604" y="2409"/>
                </a:lnTo>
                <a:lnTo>
                  <a:pt x="12653" y="2385"/>
                </a:lnTo>
                <a:lnTo>
                  <a:pt x="12702" y="2360"/>
                </a:lnTo>
                <a:lnTo>
                  <a:pt x="12750" y="2287"/>
                </a:lnTo>
                <a:lnTo>
                  <a:pt x="12775" y="2239"/>
                </a:lnTo>
                <a:lnTo>
                  <a:pt x="12969" y="2409"/>
                </a:lnTo>
                <a:lnTo>
                  <a:pt x="12896" y="2531"/>
                </a:lnTo>
                <a:lnTo>
                  <a:pt x="12848" y="2604"/>
                </a:lnTo>
                <a:lnTo>
                  <a:pt x="12848" y="2677"/>
                </a:lnTo>
                <a:lnTo>
                  <a:pt x="12848" y="2725"/>
                </a:lnTo>
                <a:lnTo>
                  <a:pt x="12872" y="2750"/>
                </a:lnTo>
                <a:lnTo>
                  <a:pt x="12921" y="2774"/>
                </a:lnTo>
                <a:lnTo>
                  <a:pt x="12969" y="2774"/>
                </a:lnTo>
                <a:lnTo>
                  <a:pt x="13091" y="2701"/>
                </a:lnTo>
                <a:lnTo>
                  <a:pt x="13188" y="2604"/>
                </a:lnTo>
                <a:lnTo>
                  <a:pt x="13310" y="2725"/>
                </a:lnTo>
                <a:lnTo>
                  <a:pt x="13407" y="2823"/>
                </a:lnTo>
                <a:lnTo>
                  <a:pt x="13261" y="3017"/>
                </a:lnTo>
                <a:lnTo>
                  <a:pt x="13237" y="3066"/>
                </a:lnTo>
                <a:lnTo>
                  <a:pt x="13188" y="3163"/>
                </a:lnTo>
                <a:lnTo>
                  <a:pt x="13188" y="3236"/>
                </a:lnTo>
                <a:lnTo>
                  <a:pt x="13213" y="3285"/>
                </a:lnTo>
                <a:lnTo>
                  <a:pt x="13237" y="3309"/>
                </a:lnTo>
                <a:lnTo>
                  <a:pt x="13334" y="3285"/>
                </a:lnTo>
                <a:lnTo>
                  <a:pt x="13407" y="3236"/>
                </a:lnTo>
                <a:lnTo>
                  <a:pt x="13553" y="3115"/>
                </a:lnTo>
                <a:lnTo>
                  <a:pt x="13602" y="3042"/>
                </a:lnTo>
                <a:lnTo>
                  <a:pt x="13797" y="3309"/>
                </a:lnTo>
                <a:lnTo>
                  <a:pt x="13699" y="3407"/>
                </a:lnTo>
                <a:lnTo>
                  <a:pt x="13553" y="3504"/>
                </a:lnTo>
                <a:lnTo>
                  <a:pt x="13505" y="3577"/>
                </a:lnTo>
                <a:lnTo>
                  <a:pt x="13480" y="3650"/>
                </a:lnTo>
                <a:lnTo>
                  <a:pt x="13480" y="3699"/>
                </a:lnTo>
                <a:lnTo>
                  <a:pt x="13529" y="3723"/>
                </a:lnTo>
                <a:lnTo>
                  <a:pt x="13626" y="3747"/>
                </a:lnTo>
                <a:lnTo>
                  <a:pt x="13699" y="3723"/>
                </a:lnTo>
                <a:lnTo>
                  <a:pt x="13797" y="3674"/>
                </a:lnTo>
                <a:lnTo>
                  <a:pt x="13870" y="3626"/>
                </a:lnTo>
                <a:lnTo>
                  <a:pt x="13967" y="3577"/>
                </a:lnTo>
                <a:lnTo>
                  <a:pt x="14162" y="3918"/>
                </a:lnTo>
                <a:lnTo>
                  <a:pt x="14064" y="3991"/>
                </a:lnTo>
                <a:lnTo>
                  <a:pt x="13870" y="4161"/>
                </a:lnTo>
                <a:lnTo>
                  <a:pt x="13772" y="4234"/>
                </a:lnTo>
                <a:lnTo>
                  <a:pt x="13724" y="4331"/>
                </a:lnTo>
                <a:lnTo>
                  <a:pt x="13724" y="4356"/>
                </a:lnTo>
                <a:lnTo>
                  <a:pt x="13724" y="4380"/>
                </a:lnTo>
                <a:lnTo>
                  <a:pt x="13845" y="4380"/>
                </a:lnTo>
                <a:lnTo>
                  <a:pt x="13967" y="4356"/>
                </a:lnTo>
                <a:lnTo>
                  <a:pt x="14089" y="4307"/>
                </a:lnTo>
                <a:lnTo>
                  <a:pt x="14186" y="4234"/>
                </a:lnTo>
                <a:lnTo>
                  <a:pt x="14308" y="4161"/>
                </a:lnTo>
                <a:lnTo>
                  <a:pt x="14527" y="4696"/>
                </a:lnTo>
                <a:lnTo>
                  <a:pt x="14356" y="4769"/>
                </a:lnTo>
                <a:lnTo>
                  <a:pt x="14210" y="4842"/>
                </a:lnTo>
                <a:lnTo>
                  <a:pt x="14089" y="4940"/>
                </a:lnTo>
                <a:lnTo>
                  <a:pt x="13967" y="5061"/>
                </a:lnTo>
                <a:lnTo>
                  <a:pt x="13943" y="5134"/>
                </a:lnTo>
                <a:lnTo>
                  <a:pt x="13918" y="5207"/>
                </a:lnTo>
                <a:lnTo>
                  <a:pt x="13918" y="5256"/>
                </a:lnTo>
                <a:lnTo>
                  <a:pt x="13943" y="5280"/>
                </a:lnTo>
                <a:lnTo>
                  <a:pt x="13967" y="5305"/>
                </a:lnTo>
                <a:lnTo>
                  <a:pt x="14016" y="5305"/>
                </a:lnTo>
                <a:lnTo>
                  <a:pt x="14137" y="5256"/>
                </a:lnTo>
                <a:lnTo>
                  <a:pt x="14259" y="5183"/>
                </a:lnTo>
                <a:lnTo>
                  <a:pt x="14551" y="5037"/>
                </a:lnTo>
                <a:lnTo>
                  <a:pt x="14624" y="5013"/>
                </a:lnTo>
                <a:lnTo>
                  <a:pt x="14770" y="5524"/>
                </a:lnTo>
                <a:lnTo>
                  <a:pt x="14454" y="5670"/>
                </a:lnTo>
                <a:lnTo>
                  <a:pt x="14186" y="5791"/>
                </a:lnTo>
                <a:lnTo>
                  <a:pt x="13943" y="5937"/>
                </a:lnTo>
                <a:lnTo>
                  <a:pt x="13943" y="5986"/>
                </a:lnTo>
                <a:lnTo>
                  <a:pt x="13943" y="6010"/>
                </a:lnTo>
                <a:lnTo>
                  <a:pt x="14113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51" y="6010"/>
                </a:lnTo>
                <a:lnTo>
                  <a:pt x="14867" y="5889"/>
                </a:lnTo>
                <a:lnTo>
                  <a:pt x="14989" y="6424"/>
                </a:lnTo>
                <a:lnTo>
                  <a:pt x="14819" y="6497"/>
                </a:lnTo>
                <a:lnTo>
                  <a:pt x="14429" y="6619"/>
                </a:lnTo>
                <a:lnTo>
                  <a:pt x="14040" y="6740"/>
                </a:lnTo>
                <a:lnTo>
                  <a:pt x="13991" y="6789"/>
                </a:lnTo>
                <a:lnTo>
                  <a:pt x="13991" y="6813"/>
                </a:lnTo>
                <a:lnTo>
                  <a:pt x="14016" y="6862"/>
                </a:lnTo>
                <a:lnTo>
                  <a:pt x="14064" y="6886"/>
                </a:lnTo>
                <a:lnTo>
                  <a:pt x="14235" y="6886"/>
                </a:lnTo>
                <a:lnTo>
                  <a:pt x="14429" y="6862"/>
                </a:lnTo>
                <a:lnTo>
                  <a:pt x="14794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67" y="7227"/>
                </a:lnTo>
                <a:lnTo>
                  <a:pt x="14454" y="7349"/>
                </a:lnTo>
                <a:lnTo>
                  <a:pt x="14259" y="7422"/>
                </a:lnTo>
                <a:lnTo>
                  <a:pt x="14064" y="7543"/>
                </a:lnTo>
                <a:lnTo>
                  <a:pt x="14040" y="7592"/>
                </a:lnTo>
                <a:lnTo>
                  <a:pt x="14040" y="7665"/>
                </a:lnTo>
                <a:lnTo>
                  <a:pt x="14089" y="7714"/>
                </a:lnTo>
                <a:lnTo>
                  <a:pt x="14162" y="7738"/>
                </a:lnTo>
                <a:lnTo>
                  <a:pt x="14356" y="7714"/>
                </a:lnTo>
                <a:lnTo>
                  <a:pt x="14551" y="7665"/>
                </a:lnTo>
                <a:lnTo>
                  <a:pt x="14940" y="7568"/>
                </a:lnTo>
                <a:lnTo>
                  <a:pt x="15159" y="7519"/>
                </a:lnTo>
                <a:lnTo>
                  <a:pt x="15208" y="7981"/>
                </a:lnTo>
                <a:lnTo>
                  <a:pt x="14892" y="8030"/>
                </a:lnTo>
                <a:lnTo>
                  <a:pt x="14648" y="8054"/>
                </a:lnTo>
                <a:lnTo>
                  <a:pt x="14381" y="8079"/>
                </a:lnTo>
                <a:lnTo>
                  <a:pt x="14259" y="8103"/>
                </a:lnTo>
                <a:lnTo>
                  <a:pt x="14137" y="8152"/>
                </a:lnTo>
                <a:lnTo>
                  <a:pt x="14040" y="8200"/>
                </a:lnTo>
                <a:lnTo>
                  <a:pt x="13943" y="8298"/>
                </a:lnTo>
                <a:lnTo>
                  <a:pt x="13918" y="8322"/>
                </a:lnTo>
                <a:lnTo>
                  <a:pt x="13918" y="8346"/>
                </a:lnTo>
                <a:lnTo>
                  <a:pt x="13943" y="8395"/>
                </a:lnTo>
                <a:lnTo>
                  <a:pt x="13967" y="8395"/>
                </a:lnTo>
                <a:lnTo>
                  <a:pt x="14089" y="8419"/>
                </a:lnTo>
                <a:lnTo>
                  <a:pt x="14210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32" y="8395"/>
                </a:lnTo>
                <a:lnTo>
                  <a:pt x="15232" y="8857"/>
                </a:lnTo>
                <a:lnTo>
                  <a:pt x="14746" y="8882"/>
                </a:lnTo>
                <a:lnTo>
                  <a:pt x="14527" y="8882"/>
                </a:lnTo>
                <a:lnTo>
                  <a:pt x="14308" y="8906"/>
                </a:lnTo>
                <a:lnTo>
                  <a:pt x="14089" y="8955"/>
                </a:lnTo>
                <a:lnTo>
                  <a:pt x="13991" y="8979"/>
                </a:lnTo>
                <a:lnTo>
                  <a:pt x="13894" y="9028"/>
                </a:lnTo>
                <a:lnTo>
                  <a:pt x="13870" y="9052"/>
                </a:lnTo>
                <a:lnTo>
                  <a:pt x="13894" y="9076"/>
                </a:lnTo>
                <a:lnTo>
                  <a:pt x="13967" y="9125"/>
                </a:lnTo>
                <a:lnTo>
                  <a:pt x="14089" y="9174"/>
                </a:lnTo>
                <a:lnTo>
                  <a:pt x="14308" y="9222"/>
                </a:lnTo>
                <a:lnTo>
                  <a:pt x="14746" y="9222"/>
                </a:lnTo>
                <a:lnTo>
                  <a:pt x="14965" y="9247"/>
                </a:lnTo>
                <a:lnTo>
                  <a:pt x="15208" y="9247"/>
                </a:lnTo>
                <a:lnTo>
                  <a:pt x="15184" y="9465"/>
                </a:lnTo>
                <a:lnTo>
                  <a:pt x="14989" y="9514"/>
                </a:lnTo>
                <a:lnTo>
                  <a:pt x="14746" y="9563"/>
                </a:lnTo>
                <a:lnTo>
                  <a:pt x="14502" y="9660"/>
                </a:lnTo>
                <a:lnTo>
                  <a:pt x="14283" y="9757"/>
                </a:lnTo>
                <a:lnTo>
                  <a:pt x="14064" y="9879"/>
                </a:lnTo>
                <a:lnTo>
                  <a:pt x="14040" y="9903"/>
                </a:lnTo>
                <a:lnTo>
                  <a:pt x="14040" y="9952"/>
                </a:lnTo>
                <a:lnTo>
                  <a:pt x="14064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111" y="9879"/>
                </a:lnTo>
                <a:lnTo>
                  <a:pt x="14989" y="10390"/>
                </a:lnTo>
                <a:lnTo>
                  <a:pt x="14551" y="10463"/>
                </a:lnTo>
                <a:lnTo>
                  <a:pt x="14356" y="10487"/>
                </a:lnTo>
                <a:lnTo>
                  <a:pt x="14186" y="10512"/>
                </a:lnTo>
                <a:lnTo>
                  <a:pt x="14016" y="10560"/>
                </a:lnTo>
                <a:lnTo>
                  <a:pt x="13943" y="10609"/>
                </a:lnTo>
                <a:lnTo>
                  <a:pt x="13870" y="10682"/>
                </a:lnTo>
                <a:lnTo>
                  <a:pt x="13845" y="10731"/>
                </a:lnTo>
                <a:lnTo>
                  <a:pt x="13845" y="10804"/>
                </a:lnTo>
                <a:lnTo>
                  <a:pt x="13894" y="10852"/>
                </a:lnTo>
                <a:lnTo>
                  <a:pt x="13918" y="10901"/>
                </a:lnTo>
                <a:lnTo>
                  <a:pt x="13991" y="10925"/>
                </a:lnTo>
                <a:lnTo>
                  <a:pt x="14089" y="10950"/>
                </a:lnTo>
                <a:lnTo>
                  <a:pt x="14259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502" y="11339"/>
                </a:lnTo>
                <a:lnTo>
                  <a:pt x="14308" y="11315"/>
                </a:lnTo>
                <a:lnTo>
                  <a:pt x="14113" y="11339"/>
                </a:lnTo>
                <a:lnTo>
                  <a:pt x="13918" y="11363"/>
                </a:lnTo>
                <a:lnTo>
                  <a:pt x="13748" y="11436"/>
                </a:lnTo>
                <a:lnTo>
                  <a:pt x="13748" y="11461"/>
                </a:lnTo>
                <a:lnTo>
                  <a:pt x="13748" y="11485"/>
                </a:lnTo>
                <a:lnTo>
                  <a:pt x="13918" y="11558"/>
                </a:lnTo>
                <a:lnTo>
                  <a:pt x="14089" y="11607"/>
                </a:lnTo>
                <a:lnTo>
                  <a:pt x="14454" y="11655"/>
                </a:lnTo>
                <a:lnTo>
                  <a:pt x="14210" y="12069"/>
                </a:lnTo>
                <a:lnTo>
                  <a:pt x="13991" y="12069"/>
                </a:lnTo>
                <a:lnTo>
                  <a:pt x="13748" y="12093"/>
                </a:lnTo>
                <a:lnTo>
                  <a:pt x="13626" y="12069"/>
                </a:lnTo>
                <a:lnTo>
                  <a:pt x="13480" y="12045"/>
                </a:lnTo>
                <a:lnTo>
                  <a:pt x="13359" y="12020"/>
                </a:lnTo>
                <a:lnTo>
                  <a:pt x="13237" y="12020"/>
                </a:lnTo>
                <a:lnTo>
                  <a:pt x="13213" y="12045"/>
                </a:lnTo>
                <a:lnTo>
                  <a:pt x="13188" y="12069"/>
                </a:lnTo>
                <a:lnTo>
                  <a:pt x="13213" y="12166"/>
                </a:lnTo>
                <a:lnTo>
                  <a:pt x="13261" y="12239"/>
                </a:lnTo>
                <a:lnTo>
                  <a:pt x="13334" y="12312"/>
                </a:lnTo>
                <a:lnTo>
                  <a:pt x="13432" y="12361"/>
                </a:lnTo>
                <a:lnTo>
                  <a:pt x="13553" y="12385"/>
                </a:lnTo>
                <a:lnTo>
                  <a:pt x="13675" y="12410"/>
                </a:lnTo>
                <a:lnTo>
                  <a:pt x="13943" y="12434"/>
                </a:lnTo>
                <a:lnTo>
                  <a:pt x="13602" y="12823"/>
                </a:lnTo>
                <a:lnTo>
                  <a:pt x="13091" y="12726"/>
                </a:lnTo>
                <a:lnTo>
                  <a:pt x="12872" y="12677"/>
                </a:lnTo>
                <a:lnTo>
                  <a:pt x="12750" y="12677"/>
                </a:lnTo>
                <a:lnTo>
                  <a:pt x="12629" y="12702"/>
                </a:lnTo>
                <a:lnTo>
                  <a:pt x="12604" y="12726"/>
                </a:lnTo>
                <a:lnTo>
                  <a:pt x="12604" y="12775"/>
                </a:lnTo>
                <a:lnTo>
                  <a:pt x="12629" y="12848"/>
                </a:lnTo>
                <a:lnTo>
                  <a:pt x="12677" y="12921"/>
                </a:lnTo>
                <a:lnTo>
                  <a:pt x="12750" y="12969"/>
                </a:lnTo>
                <a:lnTo>
                  <a:pt x="12848" y="13018"/>
                </a:lnTo>
                <a:lnTo>
                  <a:pt x="13042" y="13115"/>
                </a:lnTo>
                <a:lnTo>
                  <a:pt x="13261" y="13164"/>
                </a:lnTo>
                <a:lnTo>
                  <a:pt x="13115" y="13286"/>
                </a:lnTo>
                <a:lnTo>
                  <a:pt x="13067" y="13286"/>
                </a:lnTo>
                <a:lnTo>
                  <a:pt x="12604" y="13261"/>
                </a:lnTo>
                <a:lnTo>
                  <a:pt x="12361" y="13213"/>
                </a:lnTo>
                <a:lnTo>
                  <a:pt x="12239" y="13188"/>
                </a:lnTo>
                <a:lnTo>
                  <a:pt x="12118" y="13188"/>
                </a:lnTo>
                <a:lnTo>
                  <a:pt x="12045" y="13213"/>
                </a:lnTo>
                <a:lnTo>
                  <a:pt x="11996" y="13261"/>
                </a:lnTo>
                <a:lnTo>
                  <a:pt x="11996" y="13334"/>
                </a:lnTo>
                <a:lnTo>
                  <a:pt x="12020" y="13383"/>
                </a:lnTo>
                <a:lnTo>
                  <a:pt x="12142" y="13505"/>
                </a:lnTo>
                <a:lnTo>
                  <a:pt x="12312" y="13578"/>
                </a:lnTo>
                <a:lnTo>
                  <a:pt x="12483" y="13626"/>
                </a:lnTo>
                <a:lnTo>
                  <a:pt x="12677" y="13651"/>
                </a:lnTo>
                <a:lnTo>
                  <a:pt x="12239" y="13943"/>
                </a:lnTo>
                <a:lnTo>
                  <a:pt x="12166" y="13918"/>
                </a:lnTo>
                <a:lnTo>
                  <a:pt x="11704" y="13821"/>
                </a:lnTo>
                <a:lnTo>
                  <a:pt x="11485" y="13772"/>
                </a:lnTo>
                <a:lnTo>
                  <a:pt x="11266" y="13724"/>
                </a:lnTo>
                <a:lnTo>
                  <a:pt x="11242" y="13748"/>
                </a:lnTo>
                <a:lnTo>
                  <a:pt x="11217" y="13748"/>
                </a:lnTo>
                <a:lnTo>
                  <a:pt x="11217" y="13821"/>
                </a:lnTo>
                <a:lnTo>
                  <a:pt x="11266" y="13894"/>
                </a:lnTo>
                <a:lnTo>
                  <a:pt x="11315" y="13967"/>
                </a:lnTo>
                <a:lnTo>
                  <a:pt x="11461" y="14064"/>
                </a:lnTo>
                <a:lnTo>
                  <a:pt x="11631" y="14137"/>
                </a:lnTo>
                <a:lnTo>
                  <a:pt x="11801" y="14210"/>
                </a:lnTo>
                <a:lnTo>
                  <a:pt x="11461" y="14381"/>
                </a:lnTo>
                <a:lnTo>
                  <a:pt x="11388" y="14332"/>
                </a:lnTo>
                <a:lnTo>
                  <a:pt x="11339" y="14308"/>
                </a:lnTo>
                <a:lnTo>
                  <a:pt x="11193" y="14259"/>
                </a:lnTo>
                <a:lnTo>
                  <a:pt x="10901" y="14235"/>
                </a:lnTo>
                <a:lnTo>
                  <a:pt x="10658" y="14210"/>
                </a:lnTo>
                <a:lnTo>
                  <a:pt x="10512" y="14210"/>
                </a:lnTo>
                <a:lnTo>
                  <a:pt x="10390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415" y="14381"/>
                </a:lnTo>
                <a:lnTo>
                  <a:pt x="10488" y="14478"/>
                </a:lnTo>
                <a:lnTo>
                  <a:pt x="10634" y="14551"/>
                </a:lnTo>
                <a:lnTo>
                  <a:pt x="10731" y="14575"/>
                </a:lnTo>
                <a:lnTo>
                  <a:pt x="10901" y="14624"/>
                </a:lnTo>
                <a:lnTo>
                  <a:pt x="10512" y="14746"/>
                </a:lnTo>
                <a:lnTo>
                  <a:pt x="10317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6" y="14600"/>
                </a:lnTo>
                <a:lnTo>
                  <a:pt x="9709" y="14648"/>
                </a:lnTo>
                <a:lnTo>
                  <a:pt x="9685" y="14673"/>
                </a:lnTo>
                <a:lnTo>
                  <a:pt x="9685" y="14721"/>
                </a:lnTo>
                <a:lnTo>
                  <a:pt x="9733" y="14794"/>
                </a:lnTo>
                <a:lnTo>
                  <a:pt x="9806" y="14843"/>
                </a:lnTo>
                <a:lnTo>
                  <a:pt x="9952" y="14916"/>
                </a:lnTo>
                <a:lnTo>
                  <a:pt x="9636" y="14989"/>
                </a:lnTo>
                <a:lnTo>
                  <a:pt x="9587" y="14940"/>
                </a:lnTo>
                <a:lnTo>
                  <a:pt x="9539" y="14916"/>
                </a:lnTo>
                <a:lnTo>
                  <a:pt x="9441" y="14867"/>
                </a:lnTo>
                <a:lnTo>
                  <a:pt x="9247" y="14843"/>
                </a:lnTo>
                <a:lnTo>
                  <a:pt x="9149" y="14843"/>
                </a:lnTo>
                <a:lnTo>
                  <a:pt x="9052" y="14867"/>
                </a:lnTo>
                <a:lnTo>
                  <a:pt x="9028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3" y="15062"/>
                </a:lnTo>
                <a:lnTo>
                  <a:pt x="9028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521" y="15062"/>
                </a:lnTo>
                <a:lnTo>
                  <a:pt x="6156" y="14989"/>
                </a:lnTo>
                <a:lnTo>
                  <a:pt x="5816" y="14916"/>
                </a:lnTo>
                <a:lnTo>
                  <a:pt x="5475" y="14819"/>
                </a:lnTo>
                <a:lnTo>
                  <a:pt x="5134" y="14697"/>
                </a:lnTo>
                <a:lnTo>
                  <a:pt x="4818" y="14575"/>
                </a:lnTo>
                <a:lnTo>
                  <a:pt x="4477" y="14405"/>
                </a:lnTo>
                <a:lnTo>
                  <a:pt x="4161" y="14259"/>
                </a:lnTo>
                <a:lnTo>
                  <a:pt x="3869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42" y="13456"/>
                </a:lnTo>
                <a:lnTo>
                  <a:pt x="2799" y="13237"/>
                </a:lnTo>
                <a:lnTo>
                  <a:pt x="2555" y="12994"/>
                </a:lnTo>
                <a:lnTo>
                  <a:pt x="2336" y="12775"/>
                </a:lnTo>
                <a:lnTo>
                  <a:pt x="2117" y="12507"/>
                </a:lnTo>
                <a:lnTo>
                  <a:pt x="1923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49" y="10195"/>
                </a:lnTo>
                <a:lnTo>
                  <a:pt x="901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803" y="7397"/>
                </a:lnTo>
                <a:lnTo>
                  <a:pt x="852" y="6862"/>
                </a:lnTo>
                <a:lnTo>
                  <a:pt x="974" y="6351"/>
                </a:lnTo>
                <a:lnTo>
                  <a:pt x="1095" y="5840"/>
                </a:lnTo>
                <a:lnTo>
                  <a:pt x="1290" y="5353"/>
                </a:lnTo>
                <a:lnTo>
                  <a:pt x="1412" y="5061"/>
                </a:lnTo>
                <a:lnTo>
                  <a:pt x="1582" y="4745"/>
                </a:lnTo>
                <a:lnTo>
                  <a:pt x="1777" y="4404"/>
                </a:lnTo>
                <a:lnTo>
                  <a:pt x="2020" y="4064"/>
                </a:lnTo>
                <a:lnTo>
                  <a:pt x="2288" y="3699"/>
                </a:lnTo>
                <a:lnTo>
                  <a:pt x="2580" y="3334"/>
                </a:lnTo>
                <a:lnTo>
                  <a:pt x="2920" y="2944"/>
                </a:lnTo>
                <a:lnTo>
                  <a:pt x="3285" y="2604"/>
                </a:lnTo>
                <a:lnTo>
                  <a:pt x="3674" y="2263"/>
                </a:lnTo>
                <a:lnTo>
                  <a:pt x="4088" y="1922"/>
                </a:lnTo>
                <a:lnTo>
                  <a:pt x="4550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59" y="974"/>
                </a:lnTo>
                <a:lnTo>
                  <a:pt x="6327" y="925"/>
                </a:lnTo>
                <a:lnTo>
                  <a:pt x="6594" y="876"/>
                </a:lnTo>
                <a:lnTo>
                  <a:pt x="6886" y="828"/>
                </a:lnTo>
                <a:lnTo>
                  <a:pt x="7178" y="803"/>
                </a:lnTo>
                <a:lnTo>
                  <a:pt x="7543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2" y="25"/>
                </a:lnTo>
                <a:lnTo>
                  <a:pt x="7397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81" y="146"/>
                </a:lnTo>
                <a:lnTo>
                  <a:pt x="5864" y="219"/>
                </a:lnTo>
                <a:lnTo>
                  <a:pt x="5548" y="317"/>
                </a:lnTo>
                <a:lnTo>
                  <a:pt x="5232" y="438"/>
                </a:lnTo>
                <a:lnTo>
                  <a:pt x="4940" y="560"/>
                </a:lnTo>
                <a:lnTo>
                  <a:pt x="4331" y="876"/>
                </a:lnTo>
                <a:lnTo>
                  <a:pt x="3772" y="1217"/>
                </a:lnTo>
                <a:lnTo>
                  <a:pt x="3236" y="1606"/>
                </a:lnTo>
                <a:lnTo>
                  <a:pt x="2774" y="1995"/>
                </a:lnTo>
                <a:lnTo>
                  <a:pt x="2507" y="2239"/>
                </a:lnTo>
                <a:lnTo>
                  <a:pt x="2263" y="2482"/>
                </a:lnTo>
                <a:lnTo>
                  <a:pt x="2044" y="2725"/>
                </a:lnTo>
                <a:lnTo>
                  <a:pt x="1825" y="2993"/>
                </a:lnTo>
                <a:lnTo>
                  <a:pt x="1655" y="3261"/>
                </a:lnTo>
                <a:lnTo>
                  <a:pt x="1460" y="3528"/>
                </a:lnTo>
                <a:lnTo>
                  <a:pt x="1144" y="4088"/>
                </a:lnTo>
                <a:lnTo>
                  <a:pt x="876" y="4696"/>
                </a:lnTo>
                <a:lnTo>
                  <a:pt x="633" y="5305"/>
                </a:lnTo>
                <a:lnTo>
                  <a:pt x="414" y="5962"/>
                </a:lnTo>
                <a:lnTo>
                  <a:pt x="219" y="6643"/>
                </a:lnTo>
                <a:lnTo>
                  <a:pt x="146" y="7008"/>
                </a:lnTo>
                <a:lnTo>
                  <a:pt x="73" y="7373"/>
                </a:lnTo>
                <a:lnTo>
                  <a:pt x="25" y="7738"/>
                </a:lnTo>
                <a:lnTo>
                  <a:pt x="25" y="8103"/>
                </a:lnTo>
                <a:lnTo>
                  <a:pt x="0" y="8468"/>
                </a:lnTo>
                <a:lnTo>
                  <a:pt x="25" y="8809"/>
                </a:lnTo>
                <a:lnTo>
                  <a:pt x="73" y="9174"/>
                </a:lnTo>
                <a:lnTo>
                  <a:pt x="122" y="9514"/>
                </a:lnTo>
                <a:lnTo>
                  <a:pt x="195" y="9879"/>
                </a:lnTo>
                <a:lnTo>
                  <a:pt x="292" y="10220"/>
                </a:lnTo>
                <a:lnTo>
                  <a:pt x="390" y="10560"/>
                </a:lnTo>
                <a:lnTo>
                  <a:pt x="511" y="10901"/>
                </a:lnTo>
                <a:lnTo>
                  <a:pt x="657" y="11242"/>
                </a:lnTo>
                <a:lnTo>
                  <a:pt x="828" y="11582"/>
                </a:lnTo>
                <a:lnTo>
                  <a:pt x="1168" y="12264"/>
                </a:lnTo>
                <a:lnTo>
                  <a:pt x="1412" y="12629"/>
                </a:lnTo>
                <a:lnTo>
                  <a:pt x="1655" y="12994"/>
                </a:lnTo>
                <a:lnTo>
                  <a:pt x="1898" y="13334"/>
                </a:lnTo>
                <a:lnTo>
                  <a:pt x="2166" y="13651"/>
                </a:lnTo>
                <a:lnTo>
                  <a:pt x="2458" y="13943"/>
                </a:lnTo>
                <a:lnTo>
                  <a:pt x="2750" y="14235"/>
                </a:lnTo>
                <a:lnTo>
                  <a:pt x="3066" y="14502"/>
                </a:lnTo>
                <a:lnTo>
                  <a:pt x="3382" y="14746"/>
                </a:lnTo>
                <a:lnTo>
                  <a:pt x="3723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818" y="15500"/>
                </a:lnTo>
                <a:lnTo>
                  <a:pt x="5207" y="15622"/>
                </a:lnTo>
                <a:lnTo>
                  <a:pt x="5597" y="15743"/>
                </a:lnTo>
                <a:lnTo>
                  <a:pt x="6010" y="15816"/>
                </a:lnTo>
                <a:lnTo>
                  <a:pt x="6448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76" y="15914"/>
                </a:lnTo>
                <a:lnTo>
                  <a:pt x="8590" y="15889"/>
                </a:lnTo>
                <a:lnTo>
                  <a:pt x="9028" y="15841"/>
                </a:lnTo>
                <a:lnTo>
                  <a:pt x="9441" y="15768"/>
                </a:lnTo>
                <a:lnTo>
                  <a:pt x="9855" y="15670"/>
                </a:lnTo>
                <a:lnTo>
                  <a:pt x="10269" y="15573"/>
                </a:lnTo>
                <a:lnTo>
                  <a:pt x="10682" y="15451"/>
                </a:lnTo>
                <a:lnTo>
                  <a:pt x="11071" y="15305"/>
                </a:lnTo>
                <a:lnTo>
                  <a:pt x="11461" y="15135"/>
                </a:lnTo>
                <a:lnTo>
                  <a:pt x="11850" y="14940"/>
                </a:lnTo>
                <a:lnTo>
                  <a:pt x="12215" y="14721"/>
                </a:lnTo>
                <a:lnTo>
                  <a:pt x="12580" y="14478"/>
                </a:lnTo>
                <a:lnTo>
                  <a:pt x="12945" y="14235"/>
                </a:lnTo>
                <a:lnTo>
                  <a:pt x="13286" y="13943"/>
                </a:lnTo>
                <a:lnTo>
                  <a:pt x="13602" y="13651"/>
                </a:lnTo>
                <a:lnTo>
                  <a:pt x="13918" y="13334"/>
                </a:lnTo>
                <a:lnTo>
                  <a:pt x="14186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59" y="11582"/>
                </a:lnTo>
                <a:lnTo>
                  <a:pt x="15159" y="11534"/>
                </a:lnTo>
                <a:lnTo>
                  <a:pt x="15354" y="11096"/>
                </a:lnTo>
                <a:lnTo>
                  <a:pt x="15524" y="10658"/>
                </a:lnTo>
                <a:lnTo>
                  <a:pt x="15646" y="10195"/>
                </a:lnTo>
                <a:lnTo>
                  <a:pt x="15743" y="9733"/>
                </a:lnTo>
                <a:lnTo>
                  <a:pt x="15768" y="9709"/>
                </a:lnTo>
                <a:lnTo>
                  <a:pt x="15792" y="9684"/>
                </a:lnTo>
                <a:lnTo>
                  <a:pt x="15792" y="9636"/>
                </a:lnTo>
                <a:lnTo>
                  <a:pt x="15792" y="9611"/>
                </a:lnTo>
                <a:lnTo>
                  <a:pt x="15768" y="9563"/>
                </a:lnTo>
                <a:lnTo>
                  <a:pt x="15816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41" y="7957"/>
                </a:lnTo>
                <a:lnTo>
                  <a:pt x="15743" y="7105"/>
                </a:lnTo>
                <a:lnTo>
                  <a:pt x="15695" y="6667"/>
                </a:lnTo>
                <a:lnTo>
                  <a:pt x="15622" y="6254"/>
                </a:lnTo>
                <a:lnTo>
                  <a:pt x="15524" y="5840"/>
                </a:lnTo>
                <a:lnTo>
                  <a:pt x="15427" y="5426"/>
                </a:lnTo>
                <a:lnTo>
                  <a:pt x="15305" y="5013"/>
                </a:lnTo>
                <a:lnTo>
                  <a:pt x="15159" y="4623"/>
                </a:lnTo>
                <a:lnTo>
                  <a:pt x="15013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4" y="2458"/>
                </a:lnTo>
                <a:lnTo>
                  <a:pt x="13602" y="2141"/>
                </a:lnTo>
                <a:lnTo>
                  <a:pt x="13286" y="1849"/>
                </a:lnTo>
                <a:lnTo>
                  <a:pt x="12994" y="1582"/>
                </a:lnTo>
                <a:lnTo>
                  <a:pt x="12653" y="1363"/>
                </a:lnTo>
                <a:lnTo>
                  <a:pt x="12312" y="1144"/>
                </a:lnTo>
                <a:lnTo>
                  <a:pt x="11972" y="949"/>
                </a:lnTo>
                <a:lnTo>
                  <a:pt x="11607" y="779"/>
                </a:lnTo>
                <a:lnTo>
                  <a:pt x="11242" y="609"/>
                </a:lnTo>
                <a:lnTo>
                  <a:pt x="10853" y="487"/>
                </a:lnTo>
                <a:lnTo>
                  <a:pt x="10488" y="365"/>
                </a:lnTo>
                <a:lnTo>
                  <a:pt x="10123" y="268"/>
                </a:lnTo>
                <a:lnTo>
                  <a:pt x="9733" y="171"/>
                </a:lnTo>
                <a:lnTo>
                  <a:pt x="9344" y="98"/>
                </a:lnTo>
                <a:lnTo>
                  <a:pt x="8955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7668375" y="4167914"/>
            <a:ext cx="345681" cy="348325"/>
          </a:xfrm>
          <a:custGeom>
            <a:rect b="b" l="l" r="r" t="t"/>
            <a:pathLst>
              <a:path extrusionOk="0" h="15938" w="15817">
                <a:moveTo>
                  <a:pt x="4745" y="7470"/>
                </a:moveTo>
                <a:lnTo>
                  <a:pt x="4818" y="7495"/>
                </a:lnTo>
                <a:lnTo>
                  <a:pt x="4891" y="7543"/>
                </a:lnTo>
                <a:lnTo>
                  <a:pt x="4940" y="7616"/>
                </a:lnTo>
                <a:lnTo>
                  <a:pt x="4964" y="7714"/>
                </a:lnTo>
                <a:lnTo>
                  <a:pt x="4964" y="7787"/>
                </a:lnTo>
                <a:lnTo>
                  <a:pt x="4940" y="7908"/>
                </a:lnTo>
                <a:lnTo>
                  <a:pt x="4867" y="7981"/>
                </a:lnTo>
                <a:lnTo>
                  <a:pt x="4794" y="8054"/>
                </a:lnTo>
                <a:lnTo>
                  <a:pt x="4672" y="8079"/>
                </a:lnTo>
                <a:lnTo>
                  <a:pt x="4551" y="8054"/>
                </a:lnTo>
                <a:lnTo>
                  <a:pt x="4478" y="7981"/>
                </a:lnTo>
                <a:lnTo>
                  <a:pt x="4405" y="7908"/>
                </a:lnTo>
                <a:lnTo>
                  <a:pt x="4380" y="7787"/>
                </a:lnTo>
                <a:lnTo>
                  <a:pt x="4405" y="7665"/>
                </a:lnTo>
                <a:lnTo>
                  <a:pt x="4478" y="7543"/>
                </a:lnTo>
                <a:lnTo>
                  <a:pt x="4551" y="7495"/>
                </a:lnTo>
                <a:lnTo>
                  <a:pt x="4648" y="7470"/>
                </a:lnTo>
                <a:close/>
                <a:moveTo>
                  <a:pt x="11120" y="7470"/>
                </a:moveTo>
                <a:lnTo>
                  <a:pt x="11193" y="7495"/>
                </a:lnTo>
                <a:lnTo>
                  <a:pt x="11266" y="7543"/>
                </a:lnTo>
                <a:lnTo>
                  <a:pt x="11315" y="7616"/>
                </a:lnTo>
                <a:lnTo>
                  <a:pt x="11339" y="7714"/>
                </a:lnTo>
                <a:lnTo>
                  <a:pt x="11339" y="7787"/>
                </a:lnTo>
                <a:lnTo>
                  <a:pt x="11315" y="7908"/>
                </a:lnTo>
                <a:lnTo>
                  <a:pt x="11242" y="7981"/>
                </a:lnTo>
                <a:lnTo>
                  <a:pt x="11169" y="8054"/>
                </a:lnTo>
                <a:lnTo>
                  <a:pt x="11047" y="8079"/>
                </a:lnTo>
                <a:lnTo>
                  <a:pt x="10926" y="8054"/>
                </a:lnTo>
                <a:lnTo>
                  <a:pt x="10853" y="7981"/>
                </a:lnTo>
                <a:lnTo>
                  <a:pt x="10780" y="7908"/>
                </a:lnTo>
                <a:lnTo>
                  <a:pt x="10755" y="7787"/>
                </a:lnTo>
                <a:lnTo>
                  <a:pt x="10780" y="7665"/>
                </a:lnTo>
                <a:lnTo>
                  <a:pt x="10853" y="7543"/>
                </a:lnTo>
                <a:lnTo>
                  <a:pt x="10926" y="7495"/>
                </a:lnTo>
                <a:lnTo>
                  <a:pt x="11023" y="7470"/>
                </a:lnTo>
                <a:close/>
                <a:moveTo>
                  <a:pt x="4721" y="7081"/>
                </a:moveTo>
                <a:lnTo>
                  <a:pt x="4551" y="7105"/>
                </a:lnTo>
                <a:lnTo>
                  <a:pt x="4380" y="7178"/>
                </a:lnTo>
                <a:lnTo>
                  <a:pt x="4259" y="7300"/>
                </a:lnTo>
                <a:lnTo>
                  <a:pt x="4137" y="7446"/>
                </a:lnTo>
                <a:lnTo>
                  <a:pt x="4064" y="7568"/>
                </a:lnTo>
                <a:lnTo>
                  <a:pt x="4015" y="7714"/>
                </a:lnTo>
                <a:lnTo>
                  <a:pt x="3967" y="7835"/>
                </a:lnTo>
                <a:lnTo>
                  <a:pt x="3967" y="7981"/>
                </a:lnTo>
                <a:lnTo>
                  <a:pt x="3918" y="8225"/>
                </a:lnTo>
                <a:lnTo>
                  <a:pt x="3918" y="8395"/>
                </a:lnTo>
                <a:lnTo>
                  <a:pt x="3967" y="8565"/>
                </a:lnTo>
                <a:lnTo>
                  <a:pt x="4015" y="8711"/>
                </a:lnTo>
                <a:lnTo>
                  <a:pt x="4113" y="8833"/>
                </a:lnTo>
                <a:lnTo>
                  <a:pt x="4210" y="8955"/>
                </a:lnTo>
                <a:lnTo>
                  <a:pt x="4332" y="9028"/>
                </a:lnTo>
                <a:lnTo>
                  <a:pt x="4478" y="9101"/>
                </a:lnTo>
                <a:lnTo>
                  <a:pt x="4648" y="9149"/>
                </a:lnTo>
                <a:lnTo>
                  <a:pt x="4843" y="9174"/>
                </a:lnTo>
                <a:lnTo>
                  <a:pt x="5013" y="9149"/>
                </a:lnTo>
                <a:lnTo>
                  <a:pt x="5183" y="9101"/>
                </a:lnTo>
                <a:lnTo>
                  <a:pt x="5329" y="9028"/>
                </a:lnTo>
                <a:lnTo>
                  <a:pt x="5451" y="8930"/>
                </a:lnTo>
                <a:lnTo>
                  <a:pt x="5573" y="8809"/>
                </a:lnTo>
                <a:lnTo>
                  <a:pt x="5670" y="8663"/>
                </a:lnTo>
                <a:lnTo>
                  <a:pt x="5743" y="8517"/>
                </a:lnTo>
                <a:lnTo>
                  <a:pt x="5792" y="8346"/>
                </a:lnTo>
                <a:lnTo>
                  <a:pt x="5816" y="8176"/>
                </a:lnTo>
                <a:lnTo>
                  <a:pt x="5792" y="8006"/>
                </a:lnTo>
                <a:lnTo>
                  <a:pt x="5767" y="7835"/>
                </a:lnTo>
                <a:lnTo>
                  <a:pt x="5719" y="7689"/>
                </a:lnTo>
                <a:lnTo>
                  <a:pt x="5646" y="7519"/>
                </a:lnTo>
                <a:lnTo>
                  <a:pt x="5524" y="7397"/>
                </a:lnTo>
                <a:lnTo>
                  <a:pt x="5378" y="7251"/>
                </a:lnTo>
                <a:lnTo>
                  <a:pt x="5232" y="7154"/>
                </a:lnTo>
                <a:lnTo>
                  <a:pt x="5062" y="7105"/>
                </a:lnTo>
                <a:lnTo>
                  <a:pt x="4891" y="7081"/>
                </a:lnTo>
                <a:close/>
                <a:moveTo>
                  <a:pt x="11096" y="7081"/>
                </a:moveTo>
                <a:lnTo>
                  <a:pt x="10926" y="7105"/>
                </a:lnTo>
                <a:lnTo>
                  <a:pt x="10755" y="7178"/>
                </a:lnTo>
                <a:lnTo>
                  <a:pt x="10634" y="7300"/>
                </a:lnTo>
                <a:lnTo>
                  <a:pt x="10512" y="7446"/>
                </a:lnTo>
                <a:lnTo>
                  <a:pt x="10439" y="7568"/>
                </a:lnTo>
                <a:lnTo>
                  <a:pt x="10390" y="7714"/>
                </a:lnTo>
                <a:lnTo>
                  <a:pt x="10342" y="7835"/>
                </a:lnTo>
                <a:lnTo>
                  <a:pt x="10342" y="7981"/>
                </a:lnTo>
                <a:lnTo>
                  <a:pt x="10293" y="8225"/>
                </a:lnTo>
                <a:lnTo>
                  <a:pt x="10293" y="8395"/>
                </a:lnTo>
                <a:lnTo>
                  <a:pt x="10342" y="8565"/>
                </a:lnTo>
                <a:lnTo>
                  <a:pt x="10390" y="8711"/>
                </a:lnTo>
                <a:lnTo>
                  <a:pt x="10488" y="8833"/>
                </a:lnTo>
                <a:lnTo>
                  <a:pt x="10585" y="8955"/>
                </a:lnTo>
                <a:lnTo>
                  <a:pt x="10707" y="9028"/>
                </a:lnTo>
                <a:lnTo>
                  <a:pt x="10853" y="9101"/>
                </a:lnTo>
                <a:lnTo>
                  <a:pt x="11023" y="9149"/>
                </a:lnTo>
                <a:lnTo>
                  <a:pt x="11218" y="9174"/>
                </a:lnTo>
                <a:lnTo>
                  <a:pt x="11388" y="9149"/>
                </a:lnTo>
                <a:lnTo>
                  <a:pt x="11558" y="9101"/>
                </a:lnTo>
                <a:lnTo>
                  <a:pt x="11704" y="9028"/>
                </a:lnTo>
                <a:lnTo>
                  <a:pt x="11826" y="8930"/>
                </a:lnTo>
                <a:lnTo>
                  <a:pt x="11948" y="8809"/>
                </a:lnTo>
                <a:lnTo>
                  <a:pt x="12045" y="8663"/>
                </a:lnTo>
                <a:lnTo>
                  <a:pt x="12118" y="8517"/>
                </a:lnTo>
                <a:lnTo>
                  <a:pt x="12167" y="8346"/>
                </a:lnTo>
                <a:lnTo>
                  <a:pt x="12191" y="8176"/>
                </a:lnTo>
                <a:lnTo>
                  <a:pt x="12167" y="8006"/>
                </a:lnTo>
                <a:lnTo>
                  <a:pt x="12142" y="7835"/>
                </a:lnTo>
                <a:lnTo>
                  <a:pt x="12094" y="7689"/>
                </a:lnTo>
                <a:lnTo>
                  <a:pt x="12021" y="7519"/>
                </a:lnTo>
                <a:lnTo>
                  <a:pt x="11899" y="7397"/>
                </a:lnTo>
                <a:lnTo>
                  <a:pt x="11753" y="7251"/>
                </a:lnTo>
                <a:lnTo>
                  <a:pt x="11607" y="7154"/>
                </a:lnTo>
                <a:lnTo>
                  <a:pt x="11437" y="7105"/>
                </a:lnTo>
                <a:lnTo>
                  <a:pt x="11266" y="7081"/>
                </a:lnTo>
                <a:close/>
                <a:moveTo>
                  <a:pt x="11607" y="10731"/>
                </a:moveTo>
                <a:lnTo>
                  <a:pt x="11120" y="10877"/>
                </a:lnTo>
                <a:lnTo>
                  <a:pt x="10658" y="11047"/>
                </a:lnTo>
                <a:lnTo>
                  <a:pt x="9733" y="11412"/>
                </a:lnTo>
                <a:lnTo>
                  <a:pt x="9247" y="11558"/>
                </a:lnTo>
                <a:lnTo>
                  <a:pt x="8784" y="11704"/>
                </a:lnTo>
                <a:lnTo>
                  <a:pt x="7811" y="11972"/>
                </a:lnTo>
                <a:lnTo>
                  <a:pt x="7738" y="11996"/>
                </a:lnTo>
                <a:lnTo>
                  <a:pt x="7690" y="12045"/>
                </a:lnTo>
                <a:lnTo>
                  <a:pt x="7665" y="12118"/>
                </a:lnTo>
                <a:lnTo>
                  <a:pt x="7641" y="12166"/>
                </a:lnTo>
                <a:lnTo>
                  <a:pt x="7665" y="12239"/>
                </a:lnTo>
                <a:lnTo>
                  <a:pt x="7690" y="12312"/>
                </a:lnTo>
                <a:lnTo>
                  <a:pt x="7738" y="12361"/>
                </a:lnTo>
                <a:lnTo>
                  <a:pt x="7811" y="12410"/>
                </a:lnTo>
                <a:lnTo>
                  <a:pt x="7909" y="12434"/>
                </a:lnTo>
                <a:lnTo>
                  <a:pt x="8030" y="12458"/>
                </a:lnTo>
                <a:lnTo>
                  <a:pt x="8249" y="12458"/>
                </a:lnTo>
                <a:lnTo>
                  <a:pt x="8492" y="12434"/>
                </a:lnTo>
                <a:lnTo>
                  <a:pt x="8760" y="12361"/>
                </a:lnTo>
                <a:lnTo>
                  <a:pt x="9247" y="12191"/>
                </a:lnTo>
                <a:lnTo>
                  <a:pt x="9660" y="12045"/>
                </a:lnTo>
                <a:lnTo>
                  <a:pt x="10731" y="11680"/>
                </a:lnTo>
                <a:lnTo>
                  <a:pt x="11753" y="11290"/>
                </a:lnTo>
                <a:lnTo>
                  <a:pt x="11875" y="11217"/>
                </a:lnTo>
                <a:lnTo>
                  <a:pt x="11923" y="11144"/>
                </a:lnTo>
                <a:lnTo>
                  <a:pt x="11948" y="11023"/>
                </a:lnTo>
                <a:lnTo>
                  <a:pt x="11948" y="10925"/>
                </a:lnTo>
                <a:lnTo>
                  <a:pt x="11899" y="10828"/>
                </a:lnTo>
                <a:lnTo>
                  <a:pt x="11826" y="10755"/>
                </a:lnTo>
                <a:lnTo>
                  <a:pt x="11729" y="10731"/>
                </a:lnTo>
                <a:close/>
                <a:moveTo>
                  <a:pt x="8492" y="682"/>
                </a:moveTo>
                <a:lnTo>
                  <a:pt x="8638" y="706"/>
                </a:lnTo>
                <a:lnTo>
                  <a:pt x="9101" y="755"/>
                </a:lnTo>
                <a:lnTo>
                  <a:pt x="9539" y="803"/>
                </a:lnTo>
                <a:lnTo>
                  <a:pt x="9977" y="901"/>
                </a:lnTo>
                <a:lnTo>
                  <a:pt x="10415" y="1022"/>
                </a:lnTo>
                <a:lnTo>
                  <a:pt x="10755" y="1120"/>
                </a:lnTo>
                <a:lnTo>
                  <a:pt x="11096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02" y="1825"/>
                </a:lnTo>
                <a:lnTo>
                  <a:pt x="11875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6" y="1752"/>
                </a:lnTo>
                <a:lnTo>
                  <a:pt x="11996" y="1728"/>
                </a:lnTo>
                <a:lnTo>
                  <a:pt x="12021" y="1728"/>
                </a:lnTo>
                <a:lnTo>
                  <a:pt x="12118" y="1801"/>
                </a:lnTo>
                <a:lnTo>
                  <a:pt x="12094" y="1874"/>
                </a:lnTo>
                <a:lnTo>
                  <a:pt x="12069" y="1947"/>
                </a:lnTo>
                <a:lnTo>
                  <a:pt x="12094" y="1995"/>
                </a:lnTo>
                <a:lnTo>
                  <a:pt x="12118" y="2020"/>
                </a:lnTo>
                <a:lnTo>
                  <a:pt x="12167" y="2044"/>
                </a:lnTo>
                <a:lnTo>
                  <a:pt x="12215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483" y="2336"/>
                </a:lnTo>
                <a:lnTo>
                  <a:pt x="12507" y="2385"/>
                </a:lnTo>
                <a:lnTo>
                  <a:pt x="12532" y="2409"/>
                </a:lnTo>
                <a:lnTo>
                  <a:pt x="12580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26" y="2287"/>
                </a:lnTo>
                <a:lnTo>
                  <a:pt x="12775" y="2239"/>
                </a:lnTo>
                <a:lnTo>
                  <a:pt x="12945" y="2409"/>
                </a:lnTo>
                <a:lnTo>
                  <a:pt x="12872" y="2531"/>
                </a:lnTo>
                <a:lnTo>
                  <a:pt x="12824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48" y="2750"/>
                </a:lnTo>
                <a:lnTo>
                  <a:pt x="12897" y="2774"/>
                </a:lnTo>
                <a:lnTo>
                  <a:pt x="12945" y="2774"/>
                </a:lnTo>
                <a:lnTo>
                  <a:pt x="13067" y="2701"/>
                </a:lnTo>
                <a:lnTo>
                  <a:pt x="13164" y="2604"/>
                </a:lnTo>
                <a:lnTo>
                  <a:pt x="13286" y="2725"/>
                </a:lnTo>
                <a:lnTo>
                  <a:pt x="13383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64" y="3163"/>
                </a:lnTo>
                <a:lnTo>
                  <a:pt x="13164" y="3236"/>
                </a:lnTo>
                <a:lnTo>
                  <a:pt x="13189" y="3285"/>
                </a:lnTo>
                <a:lnTo>
                  <a:pt x="13213" y="3309"/>
                </a:lnTo>
                <a:lnTo>
                  <a:pt x="13310" y="3285"/>
                </a:lnTo>
                <a:lnTo>
                  <a:pt x="13408" y="3236"/>
                </a:lnTo>
                <a:lnTo>
                  <a:pt x="13529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5" y="3407"/>
                </a:lnTo>
                <a:lnTo>
                  <a:pt x="13554" y="3504"/>
                </a:lnTo>
                <a:lnTo>
                  <a:pt x="13481" y="3577"/>
                </a:lnTo>
                <a:lnTo>
                  <a:pt x="13456" y="3650"/>
                </a:lnTo>
                <a:lnTo>
                  <a:pt x="13456" y="3699"/>
                </a:lnTo>
                <a:lnTo>
                  <a:pt x="13505" y="3723"/>
                </a:lnTo>
                <a:lnTo>
                  <a:pt x="13602" y="3747"/>
                </a:lnTo>
                <a:lnTo>
                  <a:pt x="13675" y="3723"/>
                </a:lnTo>
                <a:lnTo>
                  <a:pt x="13773" y="3674"/>
                </a:lnTo>
                <a:lnTo>
                  <a:pt x="13846" y="3626"/>
                </a:lnTo>
                <a:lnTo>
                  <a:pt x="13943" y="3577"/>
                </a:lnTo>
                <a:lnTo>
                  <a:pt x="14138" y="3918"/>
                </a:lnTo>
                <a:lnTo>
                  <a:pt x="14040" y="3991"/>
                </a:lnTo>
                <a:lnTo>
                  <a:pt x="13846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00" y="4380"/>
                </a:lnTo>
                <a:lnTo>
                  <a:pt x="13821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186" y="4842"/>
                </a:lnTo>
                <a:lnTo>
                  <a:pt x="14065" y="4940"/>
                </a:lnTo>
                <a:lnTo>
                  <a:pt x="13943" y="5061"/>
                </a:lnTo>
                <a:lnTo>
                  <a:pt x="13919" y="5134"/>
                </a:lnTo>
                <a:lnTo>
                  <a:pt x="13894" y="5207"/>
                </a:lnTo>
                <a:lnTo>
                  <a:pt x="13894" y="5256"/>
                </a:lnTo>
                <a:lnTo>
                  <a:pt x="13919" y="5280"/>
                </a:lnTo>
                <a:lnTo>
                  <a:pt x="13943" y="5305"/>
                </a:lnTo>
                <a:lnTo>
                  <a:pt x="13992" y="5305"/>
                </a:lnTo>
                <a:lnTo>
                  <a:pt x="14113" y="5256"/>
                </a:lnTo>
                <a:lnTo>
                  <a:pt x="14235" y="5183"/>
                </a:lnTo>
                <a:lnTo>
                  <a:pt x="14527" y="5037"/>
                </a:lnTo>
                <a:lnTo>
                  <a:pt x="14600" y="5013"/>
                </a:lnTo>
                <a:lnTo>
                  <a:pt x="14746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57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16" y="6740"/>
                </a:lnTo>
                <a:lnTo>
                  <a:pt x="13992" y="6789"/>
                </a:lnTo>
                <a:lnTo>
                  <a:pt x="13967" y="6813"/>
                </a:lnTo>
                <a:lnTo>
                  <a:pt x="13992" y="6862"/>
                </a:lnTo>
                <a:lnTo>
                  <a:pt x="14040" y="6886"/>
                </a:lnTo>
                <a:lnTo>
                  <a:pt x="14235" y="6886"/>
                </a:lnTo>
                <a:lnTo>
                  <a:pt x="14405" y="6862"/>
                </a:lnTo>
                <a:lnTo>
                  <a:pt x="14770" y="6813"/>
                </a:lnTo>
                <a:lnTo>
                  <a:pt x="15014" y="6740"/>
                </a:lnTo>
                <a:lnTo>
                  <a:pt x="15087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16" y="7592"/>
                </a:lnTo>
                <a:lnTo>
                  <a:pt x="14040" y="7665"/>
                </a:lnTo>
                <a:lnTo>
                  <a:pt x="14065" y="7714"/>
                </a:lnTo>
                <a:lnTo>
                  <a:pt x="14138" y="7738"/>
                </a:lnTo>
                <a:lnTo>
                  <a:pt x="14332" y="7714"/>
                </a:lnTo>
                <a:lnTo>
                  <a:pt x="14527" y="7665"/>
                </a:lnTo>
                <a:lnTo>
                  <a:pt x="14916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57" y="8079"/>
                </a:lnTo>
                <a:lnTo>
                  <a:pt x="14235" y="8103"/>
                </a:lnTo>
                <a:lnTo>
                  <a:pt x="14113" y="8152"/>
                </a:lnTo>
                <a:lnTo>
                  <a:pt x="14016" y="8200"/>
                </a:lnTo>
                <a:lnTo>
                  <a:pt x="13919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19" y="8395"/>
                </a:lnTo>
                <a:lnTo>
                  <a:pt x="13943" y="8395"/>
                </a:lnTo>
                <a:lnTo>
                  <a:pt x="14065" y="8419"/>
                </a:lnTo>
                <a:lnTo>
                  <a:pt x="14211" y="8444"/>
                </a:lnTo>
                <a:lnTo>
                  <a:pt x="14454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7" y="8979"/>
                </a:lnTo>
                <a:lnTo>
                  <a:pt x="13870" y="9028"/>
                </a:lnTo>
                <a:lnTo>
                  <a:pt x="13846" y="9052"/>
                </a:lnTo>
                <a:lnTo>
                  <a:pt x="13870" y="9076"/>
                </a:lnTo>
                <a:lnTo>
                  <a:pt x="13967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478" y="9660"/>
                </a:lnTo>
                <a:lnTo>
                  <a:pt x="14259" y="9757"/>
                </a:lnTo>
                <a:lnTo>
                  <a:pt x="14040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0" y="9976"/>
                </a:lnTo>
                <a:lnTo>
                  <a:pt x="14065" y="9976"/>
                </a:lnTo>
                <a:lnTo>
                  <a:pt x="14284" y="10001"/>
                </a:lnTo>
                <a:lnTo>
                  <a:pt x="14503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65" y="10390"/>
                </a:lnTo>
                <a:lnTo>
                  <a:pt x="14527" y="10463"/>
                </a:lnTo>
                <a:lnTo>
                  <a:pt x="14332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46" y="10682"/>
                </a:lnTo>
                <a:lnTo>
                  <a:pt x="13821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894" y="10901"/>
                </a:lnTo>
                <a:lnTo>
                  <a:pt x="13967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576" y="10901"/>
                </a:lnTo>
                <a:lnTo>
                  <a:pt x="14795" y="10877"/>
                </a:lnTo>
                <a:lnTo>
                  <a:pt x="14795" y="10877"/>
                </a:lnTo>
                <a:lnTo>
                  <a:pt x="14600" y="11339"/>
                </a:lnTo>
                <a:lnTo>
                  <a:pt x="14478" y="11339"/>
                </a:lnTo>
                <a:lnTo>
                  <a:pt x="14284" y="11315"/>
                </a:lnTo>
                <a:lnTo>
                  <a:pt x="14089" y="11339"/>
                </a:lnTo>
                <a:lnTo>
                  <a:pt x="13919" y="11363"/>
                </a:lnTo>
                <a:lnTo>
                  <a:pt x="13724" y="11436"/>
                </a:lnTo>
                <a:lnTo>
                  <a:pt x="13724" y="11461"/>
                </a:lnTo>
                <a:lnTo>
                  <a:pt x="13724" y="11485"/>
                </a:lnTo>
                <a:lnTo>
                  <a:pt x="13894" y="11558"/>
                </a:lnTo>
                <a:lnTo>
                  <a:pt x="14065" y="11607"/>
                </a:lnTo>
                <a:lnTo>
                  <a:pt x="14430" y="11655"/>
                </a:lnTo>
                <a:lnTo>
                  <a:pt x="14186" y="12069"/>
                </a:lnTo>
                <a:lnTo>
                  <a:pt x="13967" y="12069"/>
                </a:lnTo>
                <a:lnTo>
                  <a:pt x="13724" y="12093"/>
                </a:lnTo>
                <a:lnTo>
                  <a:pt x="13602" y="12069"/>
                </a:lnTo>
                <a:lnTo>
                  <a:pt x="13456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64" y="12069"/>
                </a:lnTo>
                <a:lnTo>
                  <a:pt x="13189" y="12166"/>
                </a:lnTo>
                <a:lnTo>
                  <a:pt x="13237" y="12239"/>
                </a:lnTo>
                <a:lnTo>
                  <a:pt x="13310" y="12312"/>
                </a:lnTo>
                <a:lnTo>
                  <a:pt x="13408" y="12361"/>
                </a:lnTo>
                <a:lnTo>
                  <a:pt x="13529" y="12385"/>
                </a:lnTo>
                <a:lnTo>
                  <a:pt x="13651" y="12410"/>
                </a:lnTo>
                <a:lnTo>
                  <a:pt x="13919" y="12434"/>
                </a:lnTo>
                <a:lnTo>
                  <a:pt x="13578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6" y="12677"/>
                </a:lnTo>
                <a:lnTo>
                  <a:pt x="12605" y="12702"/>
                </a:lnTo>
                <a:lnTo>
                  <a:pt x="12605" y="12726"/>
                </a:lnTo>
                <a:lnTo>
                  <a:pt x="12580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26" y="12969"/>
                </a:lnTo>
                <a:lnTo>
                  <a:pt x="12824" y="13018"/>
                </a:lnTo>
                <a:lnTo>
                  <a:pt x="13018" y="13115"/>
                </a:lnTo>
                <a:lnTo>
                  <a:pt x="13237" y="13164"/>
                </a:lnTo>
                <a:lnTo>
                  <a:pt x="13091" y="13286"/>
                </a:lnTo>
                <a:lnTo>
                  <a:pt x="13043" y="13286"/>
                </a:lnTo>
                <a:lnTo>
                  <a:pt x="12580" y="13261"/>
                </a:lnTo>
                <a:lnTo>
                  <a:pt x="12337" y="13213"/>
                </a:lnTo>
                <a:lnTo>
                  <a:pt x="12215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72" y="13261"/>
                </a:lnTo>
                <a:lnTo>
                  <a:pt x="11972" y="13334"/>
                </a:lnTo>
                <a:lnTo>
                  <a:pt x="11996" y="13383"/>
                </a:lnTo>
                <a:lnTo>
                  <a:pt x="12142" y="13505"/>
                </a:lnTo>
                <a:lnTo>
                  <a:pt x="12288" y="13578"/>
                </a:lnTo>
                <a:lnTo>
                  <a:pt x="12459" y="13626"/>
                </a:lnTo>
                <a:lnTo>
                  <a:pt x="12653" y="13651"/>
                </a:lnTo>
                <a:lnTo>
                  <a:pt x="12215" y="13943"/>
                </a:lnTo>
                <a:lnTo>
                  <a:pt x="12142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42" y="13724"/>
                </a:lnTo>
                <a:lnTo>
                  <a:pt x="11218" y="13748"/>
                </a:lnTo>
                <a:lnTo>
                  <a:pt x="11193" y="13748"/>
                </a:lnTo>
                <a:lnTo>
                  <a:pt x="11193" y="13821"/>
                </a:lnTo>
                <a:lnTo>
                  <a:pt x="11242" y="13894"/>
                </a:lnTo>
                <a:lnTo>
                  <a:pt x="11291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777" y="14210"/>
                </a:lnTo>
                <a:lnTo>
                  <a:pt x="11437" y="14381"/>
                </a:lnTo>
                <a:lnTo>
                  <a:pt x="11364" y="14332"/>
                </a:lnTo>
                <a:lnTo>
                  <a:pt x="11315" y="14308"/>
                </a:lnTo>
                <a:lnTo>
                  <a:pt x="11169" y="14259"/>
                </a:lnTo>
                <a:lnTo>
                  <a:pt x="10877" y="14235"/>
                </a:lnTo>
                <a:lnTo>
                  <a:pt x="10634" y="14210"/>
                </a:lnTo>
                <a:lnTo>
                  <a:pt x="10488" y="14210"/>
                </a:lnTo>
                <a:lnTo>
                  <a:pt x="10366" y="14235"/>
                </a:lnTo>
                <a:lnTo>
                  <a:pt x="10342" y="14283"/>
                </a:lnTo>
                <a:lnTo>
                  <a:pt x="10366" y="14332"/>
                </a:lnTo>
                <a:lnTo>
                  <a:pt x="10390" y="14381"/>
                </a:lnTo>
                <a:lnTo>
                  <a:pt x="10488" y="14478"/>
                </a:lnTo>
                <a:lnTo>
                  <a:pt x="10609" y="14551"/>
                </a:lnTo>
                <a:lnTo>
                  <a:pt x="10707" y="14575"/>
                </a:lnTo>
                <a:lnTo>
                  <a:pt x="10877" y="14624"/>
                </a:lnTo>
                <a:lnTo>
                  <a:pt x="10488" y="14746"/>
                </a:lnTo>
                <a:lnTo>
                  <a:pt x="10293" y="14673"/>
                </a:lnTo>
                <a:lnTo>
                  <a:pt x="10098" y="14624"/>
                </a:lnTo>
                <a:lnTo>
                  <a:pt x="9904" y="14600"/>
                </a:lnTo>
                <a:lnTo>
                  <a:pt x="9782" y="14600"/>
                </a:lnTo>
                <a:lnTo>
                  <a:pt x="9685" y="14648"/>
                </a:lnTo>
                <a:lnTo>
                  <a:pt x="9660" y="14673"/>
                </a:lnTo>
                <a:lnTo>
                  <a:pt x="9660" y="14721"/>
                </a:lnTo>
                <a:lnTo>
                  <a:pt x="9709" y="14794"/>
                </a:lnTo>
                <a:lnTo>
                  <a:pt x="9782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63" y="14940"/>
                </a:lnTo>
                <a:lnTo>
                  <a:pt x="9514" y="14916"/>
                </a:lnTo>
                <a:lnTo>
                  <a:pt x="9417" y="14867"/>
                </a:lnTo>
                <a:lnTo>
                  <a:pt x="9222" y="14843"/>
                </a:lnTo>
                <a:lnTo>
                  <a:pt x="9125" y="14843"/>
                </a:lnTo>
                <a:lnTo>
                  <a:pt x="9028" y="14867"/>
                </a:lnTo>
                <a:lnTo>
                  <a:pt x="9003" y="14916"/>
                </a:lnTo>
                <a:lnTo>
                  <a:pt x="8979" y="14965"/>
                </a:lnTo>
                <a:lnTo>
                  <a:pt x="8955" y="15013"/>
                </a:lnTo>
                <a:lnTo>
                  <a:pt x="8979" y="15062"/>
                </a:lnTo>
                <a:lnTo>
                  <a:pt x="9003" y="15086"/>
                </a:lnTo>
                <a:lnTo>
                  <a:pt x="8638" y="15135"/>
                </a:lnTo>
                <a:lnTo>
                  <a:pt x="8298" y="15159"/>
                </a:lnTo>
                <a:lnTo>
                  <a:pt x="7203" y="15159"/>
                </a:lnTo>
                <a:lnTo>
                  <a:pt x="6838" y="15111"/>
                </a:lnTo>
                <a:lnTo>
                  <a:pt x="6497" y="15062"/>
                </a:lnTo>
                <a:lnTo>
                  <a:pt x="6132" y="14989"/>
                </a:lnTo>
                <a:lnTo>
                  <a:pt x="5792" y="14916"/>
                </a:lnTo>
                <a:lnTo>
                  <a:pt x="5451" y="14819"/>
                </a:lnTo>
                <a:lnTo>
                  <a:pt x="5110" y="14697"/>
                </a:lnTo>
                <a:lnTo>
                  <a:pt x="4794" y="14575"/>
                </a:lnTo>
                <a:lnTo>
                  <a:pt x="4453" y="14405"/>
                </a:lnTo>
                <a:lnTo>
                  <a:pt x="4137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18" y="13456"/>
                </a:lnTo>
                <a:lnTo>
                  <a:pt x="2774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093" y="12507"/>
                </a:lnTo>
                <a:lnTo>
                  <a:pt x="1898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387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22" y="10512"/>
                </a:lnTo>
                <a:lnTo>
                  <a:pt x="949" y="10195"/>
                </a:lnTo>
                <a:lnTo>
                  <a:pt x="876" y="9879"/>
                </a:lnTo>
                <a:lnTo>
                  <a:pt x="828" y="9538"/>
                </a:lnTo>
                <a:lnTo>
                  <a:pt x="755" y="9003"/>
                </a:lnTo>
                <a:lnTo>
                  <a:pt x="730" y="8468"/>
                </a:lnTo>
                <a:lnTo>
                  <a:pt x="730" y="7933"/>
                </a:lnTo>
                <a:lnTo>
                  <a:pt x="779" y="7397"/>
                </a:lnTo>
                <a:lnTo>
                  <a:pt x="828" y="6862"/>
                </a:lnTo>
                <a:lnTo>
                  <a:pt x="949" y="6351"/>
                </a:lnTo>
                <a:lnTo>
                  <a:pt x="1071" y="5840"/>
                </a:lnTo>
                <a:lnTo>
                  <a:pt x="1266" y="5353"/>
                </a:lnTo>
                <a:lnTo>
                  <a:pt x="1387" y="5061"/>
                </a:lnTo>
                <a:lnTo>
                  <a:pt x="1558" y="4745"/>
                </a:lnTo>
                <a:lnTo>
                  <a:pt x="1752" y="4404"/>
                </a:lnTo>
                <a:lnTo>
                  <a:pt x="1996" y="4064"/>
                </a:lnTo>
                <a:lnTo>
                  <a:pt x="2263" y="3699"/>
                </a:lnTo>
                <a:lnTo>
                  <a:pt x="2555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0" y="2263"/>
                </a:lnTo>
                <a:lnTo>
                  <a:pt x="4064" y="1922"/>
                </a:lnTo>
                <a:lnTo>
                  <a:pt x="4526" y="1630"/>
                </a:lnTo>
                <a:lnTo>
                  <a:pt x="5013" y="1363"/>
                </a:lnTo>
                <a:lnTo>
                  <a:pt x="5500" y="1144"/>
                </a:lnTo>
                <a:lnTo>
                  <a:pt x="6035" y="974"/>
                </a:lnTo>
                <a:lnTo>
                  <a:pt x="6303" y="925"/>
                </a:lnTo>
                <a:lnTo>
                  <a:pt x="6595" y="876"/>
                </a:lnTo>
                <a:lnTo>
                  <a:pt x="6862" y="828"/>
                </a:lnTo>
                <a:lnTo>
                  <a:pt x="7154" y="803"/>
                </a:lnTo>
                <a:lnTo>
                  <a:pt x="7519" y="779"/>
                </a:lnTo>
                <a:lnTo>
                  <a:pt x="7909" y="730"/>
                </a:lnTo>
                <a:lnTo>
                  <a:pt x="8298" y="682"/>
                </a:lnTo>
                <a:close/>
                <a:moveTo>
                  <a:pt x="8128" y="0"/>
                </a:moveTo>
                <a:lnTo>
                  <a:pt x="7738" y="25"/>
                </a:lnTo>
                <a:lnTo>
                  <a:pt x="7373" y="73"/>
                </a:lnTo>
                <a:lnTo>
                  <a:pt x="7081" y="49"/>
                </a:lnTo>
                <a:lnTo>
                  <a:pt x="6765" y="49"/>
                </a:lnTo>
                <a:lnTo>
                  <a:pt x="6473" y="73"/>
                </a:lnTo>
                <a:lnTo>
                  <a:pt x="6157" y="146"/>
                </a:lnTo>
                <a:lnTo>
                  <a:pt x="5840" y="219"/>
                </a:lnTo>
                <a:lnTo>
                  <a:pt x="5524" y="317"/>
                </a:lnTo>
                <a:lnTo>
                  <a:pt x="5208" y="438"/>
                </a:lnTo>
                <a:lnTo>
                  <a:pt x="4916" y="560"/>
                </a:lnTo>
                <a:lnTo>
                  <a:pt x="4307" y="876"/>
                </a:lnTo>
                <a:lnTo>
                  <a:pt x="3748" y="1217"/>
                </a:lnTo>
                <a:lnTo>
                  <a:pt x="3212" y="1606"/>
                </a:lnTo>
                <a:lnTo>
                  <a:pt x="2750" y="1995"/>
                </a:lnTo>
                <a:lnTo>
                  <a:pt x="2482" y="2239"/>
                </a:lnTo>
                <a:lnTo>
                  <a:pt x="2239" y="2482"/>
                </a:lnTo>
                <a:lnTo>
                  <a:pt x="2020" y="2725"/>
                </a:lnTo>
                <a:lnTo>
                  <a:pt x="1825" y="2993"/>
                </a:lnTo>
                <a:lnTo>
                  <a:pt x="1631" y="3261"/>
                </a:lnTo>
                <a:lnTo>
                  <a:pt x="1436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390" y="5962"/>
                </a:lnTo>
                <a:lnTo>
                  <a:pt x="195" y="6643"/>
                </a:lnTo>
                <a:lnTo>
                  <a:pt x="122" y="7008"/>
                </a:lnTo>
                <a:lnTo>
                  <a:pt x="49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1" y="8809"/>
                </a:lnTo>
                <a:lnTo>
                  <a:pt x="49" y="9174"/>
                </a:lnTo>
                <a:lnTo>
                  <a:pt x="98" y="9514"/>
                </a:lnTo>
                <a:lnTo>
                  <a:pt x="171" y="9879"/>
                </a:lnTo>
                <a:lnTo>
                  <a:pt x="268" y="10220"/>
                </a:lnTo>
                <a:lnTo>
                  <a:pt x="365" y="10560"/>
                </a:lnTo>
                <a:lnTo>
                  <a:pt x="487" y="10901"/>
                </a:lnTo>
                <a:lnTo>
                  <a:pt x="633" y="11242"/>
                </a:lnTo>
                <a:lnTo>
                  <a:pt x="803" y="11582"/>
                </a:lnTo>
                <a:lnTo>
                  <a:pt x="1168" y="12264"/>
                </a:lnTo>
                <a:lnTo>
                  <a:pt x="1387" y="12629"/>
                </a:lnTo>
                <a:lnTo>
                  <a:pt x="1631" y="12994"/>
                </a:lnTo>
                <a:lnTo>
                  <a:pt x="1874" y="13334"/>
                </a:lnTo>
                <a:lnTo>
                  <a:pt x="2142" y="13651"/>
                </a:lnTo>
                <a:lnTo>
                  <a:pt x="2434" y="13943"/>
                </a:lnTo>
                <a:lnTo>
                  <a:pt x="2726" y="14235"/>
                </a:lnTo>
                <a:lnTo>
                  <a:pt x="3042" y="14502"/>
                </a:lnTo>
                <a:lnTo>
                  <a:pt x="3358" y="14746"/>
                </a:lnTo>
                <a:lnTo>
                  <a:pt x="3699" y="14965"/>
                </a:lnTo>
                <a:lnTo>
                  <a:pt x="4040" y="15159"/>
                </a:lnTo>
                <a:lnTo>
                  <a:pt x="4405" y="15354"/>
                </a:lnTo>
                <a:lnTo>
                  <a:pt x="4794" y="15500"/>
                </a:lnTo>
                <a:lnTo>
                  <a:pt x="5183" y="15622"/>
                </a:lnTo>
                <a:lnTo>
                  <a:pt x="5573" y="15743"/>
                </a:lnTo>
                <a:lnTo>
                  <a:pt x="5986" y="15816"/>
                </a:lnTo>
                <a:lnTo>
                  <a:pt x="6424" y="15889"/>
                </a:lnTo>
                <a:lnTo>
                  <a:pt x="6838" y="15914"/>
                </a:lnTo>
                <a:lnTo>
                  <a:pt x="7276" y="15938"/>
                </a:lnTo>
                <a:lnTo>
                  <a:pt x="7714" y="15938"/>
                </a:lnTo>
                <a:lnTo>
                  <a:pt x="8152" y="15914"/>
                </a:lnTo>
                <a:lnTo>
                  <a:pt x="8565" y="15889"/>
                </a:lnTo>
                <a:lnTo>
                  <a:pt x="9003" y="15841"/>
                </a:lnTo>
                <a:lnTo>
                  <a:pt x="9417" y="15768"/>
                </a:lnTo>
                <a:lnTo>
                  <a:pt x="9831" y="15670"/>
                </a:lnTo>
                <a:lnTo>
                  <a:pt x="10244" y="15573"/>
                </a:lnTo>
                <a:lnTo>
                  <a:pt x="10658" y="15451"/>
                </a:lnTo>
                <a:lnTo>
                  <a:pt x="11047" y="15305"/>
                </a:lnTo>
                <a:lnTo>
                  <a:pt x="11437" y="15135"/>
                </a:lnTo>
                <a:lnTo>
                  <a:pt x="11826" y="14940"/>
                </a:lnTo>
                <a:lnTo>
                  <a:pt x="12191" y="14721"/>
                </a:lnTo>
                <a:lnTo>
                  <a:pt x="12556" y="14478"/>
                </a:lnTo>
                <a:lnTo>
                  <a:pt x="12921" y="14235"/>
                </a:lnTo>
                <a:lnTo>
                  <a:pt x="13262" y="13943"/>
                </a:lnTo>
                <a:lnTo>
                  <a:pt x="13578" y="13651"/>
                </a:lnTo>
                <a:lnTo>
                  <a:pt x="13894" y="13334"/>
                </a:lnTo>
                <a:lnTo>
                  <a:pt x="14186" y="13018"/>
                </a:lnTo>
                <a:lnTo>
                  <a:pt x="14430" y="12702"/>
                </a:lnTo>
                <a:lnTo>
                  <a:pt x="14673" y="12361"/>
                </a:lnTo>
                <a:lnTo>
                  <a:pt x="14892" y="11996"/>
                </a:lnTo>
                <a:lnTo>
                  <a:pt x="15087" y="11631"/>
                </a:lnTo>
                <a:lnTo>
                  <a:pt x="15111" y="11631"/>
                </a:lnTo>
                <a:lnTo>
                  <a:pt x="15135" y="11582"/>
                </a:lnTo>
                <a:lnTo>
                  <a:pt x="15135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68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17" y="8760"/>
                </a:lnTo>
                <a:lnTo>
                  <a:pt x="15817" y="8371"/>
                </a:lnTo>
                <a:lnTo>
                  <a:pt x="15817" y="7957"/>
                </a:lnTo>
                <a:lnTo>
                  <a:pt x="15719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00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35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00" y="3480"/>
                </a:lnTo>
                <a:lnTo>
                  <a:pt x="14381" y="3115"/>
                </a:lnTo>
                <a:lnTo>
                  <a:pt x="14138" y="2774"/>
                </a:lnTo>
                <a:lnTo>
                  <a:pt x="13870" y="2458"/>
                </a:lnTo>
                <a:lnTo>
                  <a:pt x="13578" y="2141"/>
                </a:lnTo>
                <a:lnTo>
                  <a:pt x="13262" y="1849"/>
                </a:lnTo>
                <a:lnTo>
                  <a:pt x="12970" y="1582"/>
                </a:lnTo>
                <a:lnTo>
                  <a:pt x="12629" y="1363"/>
                </a:lnTo>
                <a:lnTo>
                  <a:pt x="12288" y="1144"/>
                </a:lnTo>
                <a:lnTo>
                  <a:pt x="11948" y="949"/>
                </a:lnTo>
                <a:lnTo>
                  <a:pt x="11583" y="779"/>
                </a:lnTo>
                <a:lnTo>
                  <a:pt x="11218" y="609"/>
                </a:lnTo>
                <a:lnTo>
                  <a:pt x="10828" y="487"/>
                </a:lnTo>
                <a:lnTo>
                  <a:pt x="10463" y="365"/>
                </a:lnTo>
                <a:lnTo>
                  <a:pt x="10098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0" y="49"/>
                </a:lnTo>
                <a:lnTo>
                  <a:pt x="8517" y="25"/>
                </a:lnTo>
                <a:lnTo>
                  <a:pt x="812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7668400" y="3685577"/>
            <a:ext cx="345681" cy="348325"/>
          </a:xfrm>
          <a:custGeom>
            <a:rect b="b" l="l" r="r" t="t"/>
            <a:pathLst>
              <a:path extrusionOk="0" h="15938" w="15817">
                <a:moveTo>
                  <a:pt x="4745" y="7470"/>
                </a:moveTo>
                <a:lnTo>
                  <a:pt x="4818" y="7495"/>
                </a:lnTo>
                <a:lnTo>
                  <a:pt x="4891" y="7543"/>
                </a:lnTo>
                <a:lnTo>
                  <a:pt x="4940" y="7616"/>
                </a:lnTo>
                <a:lnTo>
                  <a:pt x="4964" y="7714"/>
                </a:lnTo>
                <a:lnTo>
                  <a:pt x="4964" y="7787"/>
                </a:lnTo>
                <a:lnTo>
                  <a:pt x="4940" y="7908"/>
                </a:lnTo>
                <a:lnTo>
                  <a:pt x="4867" y="7981"/>
                </a:lnTo>
                <a:lnTo>
                  <a:pt x="4794" y="8054"/>
                </a:lnTo>
                <a:lnTo>
                  <a:pt x="4672" y="8079"/>
                </a:lnTo>
                <a:lnTo>
                  <a:pt x="4551" y="8054"/>
                </a:lnTo>
                <a:lnTo>
                  <a:pt x="4478" y="7981"/>
                </a:lnTo>
                <a:lnTo>
                  <a:pt x="4405" y="7908"/>
                </a:lnTo>
                <a:lnTo>
                  <a:pt x="4380" y="7787"/>
                </a:lnTo>
                <a:lnTo>
                  <a:pt x="4405" y="7665"/>
                </a:lnTo>
                <a:lnTo>
                  <a:pt x="4478" y="7543"/>
                </a:lnTo>
                <a:lnTo>
                  <a:pt x="4551" y="7495"/>
                </a:lnTo>
                <a:lnTo>
                  <a:pt x="4648" y="7470"/>
                </a:lnTo>
                <a:close/>
                <a:moveTo>
                  <a:pt x="11120" y="7470"/>
                </a:moveTo>
                <a:lnTo>
                  <a:pt x="11193" y="7495"/>
                </a:lnTo>
                <a:lnTo>
                  <a:pt x="11266" y="7543"/>
                </a:lnTo>
                <a:lnTo>
                  <a:pt x="11315" y="7616"/>
                </a:lnTo>
                <a:lnTo>
                  <a:pt x="11339" y="7714"/>
                </a:lnTo>
                <a:lnTo>
                  <a:pt x="11339" y="7787"/>
                </a:lnTo>
                <a:lnTo>
                  <a:pt x="11315" y="7908"/>
                </a:lnTo>
                <a:lnTo>
                  <a:pt x="11242" y="7981"/>
                </a:lnTo>
                <a:lnTo>
                  <a:pt x="11169" y="8054"/>
                </a:lnTo>
                <a:lnTo>
                  <a:pt x="11047" y="8079"/>
                </a:lnTo>
                <a:lnTo>
                  <a:pt x="10926" y="8054"/>
                </a:lnTo>
                <a:lnTo>
                  <a:pt x="10853" y="7981"/>
                </a:lnTo>
                <a:lnTo>
                  <a:pt x="10780" y="7908"/>
                </a:lnTo>
                <a:lnTo>
                  <a:pt x="10755" y="7787"/>
                </a:lnTo>
                <a:lnTo>
                  <a:pt x="10780" y="7665"/>
                </a:lnTo>
                <a:lnTo>
                  <a:pt x="10853" y="7543"/>
                </a:lnTo>
                <a:lnTo>
                  <a:pt x="10926" y="7495"/>
                </a:lnTo>
                <a:lnTo>
                  <a:pt x="11023" y="7470"/>
                </a:lnTo>
                <a:close/>
                <a:moveTo>
                  <a:pt x="4721" y="7081"/>
                </a:moveTo>
                <a:lnTo>
                  <a:pt x="4551" y="7105"/>
                </a:lnTo>
                <a:lnTo>
                  <a:pt x="4380" y="7178"/>
                </a:lnTo>
                <a:lnTo>
                  <a:pt x="4259" y="7300"/>
                </a:lnTo>
                <a:lnTo>
                  <a:pt x="4137" y="7446"/>
                </a:lnTo>
                <a:lnTo>
                  <a:pt x="4064" y="7568"/>
                </a:lnTo>
                <a:lnTo>
                  <a:pt x="4015" y="7714"/>
                </a:lnTo>
                <a:lnTo>
                  <a:pt x="3967" y="7835"/>
                </a:lnTo>
                <a:lnTo>
                  <a:pt x="3967" y="7981"/>
                </a:lnTo>
                <a:lnTo>
                  <a:pt x="3918" y="8225"/>
                </a:lnTo>
                <a:lnTo>
                  <a:pt x="3918" y="8395"/>
                </a:lnTo>
                <a:lnTo>
                  <a:pt x="3967" y="8565"/>
                </a:lnTo>
                <a:lnTo>
                  <a:pt x="4015" y="8711"/>
                </a:lnTo>
                <a:lnTo>
                  <a:pt x="4113" y="8833"/>
                </a:lnTo>
                <a:lnTo>
                  <a:pt x="4210" y="8955"/>
                </a:lnTo>
                <a:lnTo>
                  <a:pt x="4332" y="9028"/>
                </a:lnTo>
                <a:lnTo>
                  <a:pt x="4478" y="9101"/>
                </a:lnTo>
                <a:lnTo>
                  <a:pt x="4648" y="9149"/>
                </a:lnTo>
                <a:lnTo>
                  <a:pt x="4843" y="9174"/>
                </a:lnTo>
                <a:lnTo>
                  <a:pt x="5013" y="9149"/>
                </a:lnTo>
                <a:lnTo>
                  <a:pt x="5183" y="9101"/>
                </a:lnTo>
                <a:lnTo>
                  <a:pt x="5329" y="9028"/>
                </a:lnTo>
                <a:lnTo>
                  <a:pt x="5451" y="8930"/>
                </a:lnTo>
                <a:lnTo>
                  <a:pt x="5573" y="8809"/>
                </a:lnTo>
                <a:lnTo>
                  <a:pt x="5670" y="8663"/>
                </a:lnTo>
                <a:lnTo>
                  <a:pt x="5743" y="8517"/>
                </a:lnTo>
                <a:lnTo>
                  <a:pt x="5792" y="8346"/>
                </a:lnTo>
                <a:lnTo>
                  <a:pt x="5816" y="8176"/>
                </a:lnTo>
                <a:lnTo>
                  <a:pt x="5792" y="8006"/>
                </a:lnTo>
                <a:lnTo>
                  <a:pt x="5767" y="7835"/>
                </a:lnTo>
                <a:lnTo>
                  <a:pt x="5719" y="7689"/>
                </a:lnTo>
                <a:lnTo>
                  <a:pt x="5646" y="7519"/>
                </a:lnTo>
                <a:lnTo>
                  <a:pt x="5524" y="7397"/>
                </a:lnTo>
                <a:lnTo>
                  <a:pt x="5378" y="7251"/>
                </a:lnTo>
                <a:lnTo>
                  <a:pt x="5232" y="7154"/>
                </a:lnTo>
                <a:lnTo>
                  <a:pt x="5062" y="7105"/>
                </a:lnTo>
                <a:lnTo>
                  <a:pt x="4891" y="7081"/>
                </a:lnTo>
                <a:close/>
                <a:moveTo>
                  <a:pt x="11096" y="7081"/>
                </a:moveTo>
                <a:lnTo>
                  <a:pt x="10926" y="7105"/>
                </a:lnTo>
                <a:lnTo>
                  <a:pt x="10755" y="7178"/>
                </a:lnTo>
                <a:lnTo>
                  <a:pt x="10634" y="7300"/>
                </a:lnTo>
                <a:lnTo>
                  <a:pt x="10512" y="7446"/>
                </a:lnTo>
                <a:lnTo>
                  <a:pt x="10439" y="7568"/>
                </a:lnTo>
                <a:lnTo>
                  <a:pt x="10390" y="7714"/>
                </a:lnTo>
                <a:lnTo>
                  <a:pt x="10342" y="7835"/>
                </a:lnTo>
                <a:lnTo>
                  <a:pt x="10342" y="7981"/>
                </a:lnTo>
                <a:lnTo>
                  <a:pt x="10293" y="8225"/>
                </a:lnTo>
                <a:lnTo>
                  <a:pt x="10293" y="8395"/>
                </a:lnTo>
                <a:lnTo>
                  <a:pt x="10342" y="8565"/>
                </a:lnTo>
                <a:lnTo>
                  <a:pt x="10390" y="8711"/>
                </a:lnTo>
                <a:lnTo>
                  <a:pt x="10488" y="8833"/>
                </a:lnTo>
                <a:lnTo>
                  <a:pt x="10585" y="8955"/>
                </a:lnTo>
                <a:lnTo>
                  <a:pt x="10707" y="9028"/>
                </a:lnTo>
                <a:lnTo>
                  <a:pt x="10853" y="9101"/>
                </a:lnTo>
                <a:lnTo>
                  <a:pt x="11023" y="9149"/>
                </a:lnTo>
                <a:lnTo>
                  <a:pt x="11218" y="9174"/>
                </a:lnTo>
                <a:lnTo>
                  <a:pt x="11388" y="9149"/>
                </a:lnTo>
                <a:lnTo>
                  <a:pt x="11558" y="9101"/>
                </a:lnTo>
                <a:lnTo>
                  <a:pt x="11704" y="9028"/>
                </a:lnTo>
                <a:lnTo>
                  <a:pt x="11826" y="8930"/>
                </a:lnTo>
                <a:lnTo>
                  <a:pt x="11948" y="8809"/>
                </a:lnTo>
                <a:lnTo>
                  <a:pt x="12045" y="8663"/>
                </a:lnTo>
                <a:lnTo>
                  <a:pt x="12118" y="8517"/>
                </a:lnTo>
                <a:lnTo>
                  <a:pt x="12167" y="8346"/>
                </a:lnTo>
                <a:lnTo>
                  <a:pt x="12191" y="8176"/>
                </a:lnTo>
                <a:lnTo>
                  <a:pt x="12167" y="8006"/>
                </a:lnTo>
                <a:lnTo>
                  <a:pt x="12142" y="7835"/>
                </a:lnTo>
                <a:lnTo>
                  <a:pt x="12094" y="7689"/>
                </a:lnTo>
                <a:lnTo>
                  <a:pt x="12021" y="7519"/>
                </a:lnTo>
                <a:lnTo>
                  <a:pt x="11899" y="7397"/>
                </a:lnTo>
                <a:lnTo>
                  <a:pt x="11753" y="7251"/>
                </a:lnTo>
                <a:lnTo>
                  <a:pt x="11607" y="7154"/>
                </a:lnTo>
                <a:lnTo>
                  <a:pt x="11437" y="7105"/>
                </a:lnTo>
                <a:lnTo>
                  <a:pt x="11266" y="7081"/>
                </a:lnTo>
                <a:close/>
                <a:moveTo>
                  <a:pt x="11607" y="10731"/>
                </a:moveTo>
                <a:lnTo>
                  <a:pt x="11120" y="10877"/>
                </a:lnTo>
                <a:lnTo>
                  <a:pt x="10658" y="11047"/>
                </a:lnTo>
                <a:lnTo>
                  <a:pt x="9733" y="11412"/>
                </a:lnTo>
                <a:lnTo>
                  <a:pt x="9247" y="11558"/>
                </a:lnTo>
                <a:lnTo>
                  <a:pt x="8784" y="11704"/>
                </a:lnTo>
                <a:lnTo>
                  <a:pt x="7811" y="11972"/>
                </a:lnTo>
                <a:lnTo>
                  <a:pt x="7738" y="11996"/>
                </a:lnTo>
                <a:lnTo>
                  <a:pt x="7690" y="12045"/>
                </a:lnTo>
                <a:lnTo>
                  <a:pt x="7665" y="12118"/>
                </a:lnTo>
                <a:lnTo>
                  <a:pt x="7641" y="12166"/>
                </a:lnTo>
                <a:lnTo>
                  <a:pt x="7665" y="12239"/>
                </a:lnTo>
                <a:lnTo>
                  <a:pt x="7690" y="12312"/>
                </a:lnTo>
                <a:lnTo>
                  <a:pt x="7738" y="12361"/>
                </a:lnTo>
                <a:lnTo>
                  <a:pt x="7811" y="12410"/>
                </a:lnTo>
                <a:lnTo>
                  <a:pt x="7909" y="12434"/>
                </a:lnTo>
                <a:lnTo>
                  <a:pt x="8030" y="12458"/>
                </a:lnTo>
                <a:lnTo>
                  <a:pt x="8249" y="12458"/>
                </a:lnTo>
                <a:lnTo>
                  <a:pt x="8492" y="12434"/>
                </a:lnTo>
                <a:lnTo>
                  <a:pt x="8760" y="12361"/>
                </a:lnTo>
                <a:lnTo>
                  <a:pt x="9247" y="12191"/>
                </a:lnTo>
                <a:lnTo>
                  <a:pt x="9660" y="12045"/>
                </a:lnTo>
                <a:lnTo>
                  <a:pt x="10731" y="11680"/>
                </a:lnTo>
                <a:lnTo>
                  <a:pt x="11753" y="11290"/>
                </a:lnTo>
                <a:lnTo>
                  <a:pt x="11875" y="11217"/>
                </a:lnTo>
                <a:lnTo>
                  <a:pt x="11923" y="11144"/>
                </a:lnTo>
                <a:lnTo>
                  <a:pt x="11948" y="11023"/>
                </a:lnTo>
                <a:lnTo>
                  <a:pt x="11948" y="10925"/>
                </a:lnTo>
                <a:lnTo>
                  <a:pt x="11899" y="10828"/>
                </a:lnTo>
                <a:lnTo>
                  <a:pt x="11826" y="10755"/>
                </a:lnTo>
                <a:lnTo>
                  <a:pt x="11729" y="10731"/>
                </a:lnTo>
                <a:close/>
                <a:moveTo>
                  <a:pt x="8492" y="682"/>
                </a:moveTo>
                <a:lnTo>
                  <a:pt x="8638" y="706"/>
                </a:lnTo>
                <a:lnTo>
                  <a:pt x="9101" y="755"/>
                </a:lnTo>
                <a:lnTo>
                  <a:pt x="9539" y="803"/>
                </a:lnTo>
                <a:lnTo>
                  <a:pt x="9977" y="901"/>
                </a:lnTo>
                <a:lnTo>
                  <a:pt x="10415" y="1022"/>
                </a:lnTo>
                <a:lnTo>
                  <a:pt x="10755" y="1120"/>
                </a:lnTo>
                <a:lnTo>
                  <a:pt x="11096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02" y="1825"/>
                </a:lnTo>
                <a:lnTo>
                  <a:pt x="11875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6" y="1752"/>
                </a:lnTo>
                <a:lnTo>
                  <a:pt x="11996" y="1728"/>
                </a:lnTo>
                <a:lnTo>
                  <a:pt x="12021" y="1728"/>
                </a:lnTo>
                <a:lnTo>
                  <a:pt x="12118" y="1801"/>
                </a:lnTo>
                <a:lnTo>
                  <a:pt x="12094" y="1874"/>
                </a:lnTo>
                <a:lnTo>
                  <a:pt x="12069" y="1947"/>
                </a:lnTo>
                <a:lnTo>
                  <a:pt x="12094" y="1995"/>
                </a:lnTo>
                <a:lnTo>
                  <a:pt x="12118" y="2020"/>
                </a:lnTo>
                <a:lnTo>
                  <a:pt x="12167" y="2044"/>
                </a:lnTo>
                <a:lnTo>
                  <a:pt x="12215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483" y="2336"/>
                </a:lnTo>
                <a:lnTo>
                  <a:pt x="12507" y="2385"/>
                </a:lnTo>
                <a:lnTo>
                  <a:pt x="12532" y="2409"/>
                </a:lnTo>
                <a:lnTo>
                  <a:pt x="12580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26" y="2287"/>
                </a:lnTo>
                <a:lnTo>
                  <a:pt x="12775" y="2239"/>
                </a:lnTo>
                <a:lnTo>
                  <a:pt x="12945" y="2409"/>
                </a:lnTo>
                <a:lnTo>
                  <a:pt x="12872" y="2531"/>
                </a:lnTo>
                <a:lnTo>
                  <a:pt x="12824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48" y="2750"/>
                </a:lnTo>
                <a:lnTo>
                  <a:pt x="12897" y="2774"/>
                </a:lnTo>
                <a:lnTo>
                  <a:pt x="12945" y="2774"/>
                </a:lnTo>
                <a:lnTo>
                  <a:pt x="13067" y="2701"/>
                </a:lnTo>
                <a:lnTo>
                  <a:pt x="13164" y="2604"/>
                </a:lnTo>
                <a:lnTo>
                  <a:pt x="13286" y="2725"/>
                </a:lnTo>
                <a:lnTo>
                  <a:pt x="13383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64" y="3163"/>
                </a:lnTo>
                <a:lnTo>
                  <a:pt x="13164" y="3236"/>
                </a:lnTo>
                <a:lnTo>
                  <a:pt x="13189" y="3285"/>
                </a:lnTo>
                <a:lnTo>
                  <a:pt x="13213" y="3309"/>
                </a:lnTo>
                <a:lnTo>
                  <a:pt x="13310" y="3285"/>
                </a:lnTo>
                <a:lnTo>
                  <a:pt x="13408" y="3236"/>
                </a:lnTo>
                <a:lnTo>
                  <a:pt x="13529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5" y="3407"/>
                </a:lnTo>
                <a:lnTo>
                  <a:pt x="13554" y="3504"/>
                </a:lnTo>
                <a:lnTo>
                  <a:pt x="13481" y="3577"/>
                </a:lnTo>
                <a:lnTo>
                  <a:pt x="13456" y="3650"/>
                </a:lnTo>
                <a:lnTo>
                  <a:pt x="13456" y="3699"/>
                </a:lnTo>
                <a:lnTo>
                  <a:pt x="13505" y="3723"/>
                </a:lnTo>
                <a:lnTo>
                  <a:pt x="13602" y="3747"/>
                </a:lnTo>
                <a:lnTo>
                  <a:pt x="13675" y="3723"/>
                </a:lnTo>
                <a:lnTo>
                  <a:pt x="13773" y="3674"/>
                </a:lnTo>
                <a:lnTo>
                  <a:pt x="13846" y="3626"/>
                </a:lnTo>
                <a:lnTo>
                  <a:pt x="13943" y="3577"/>
                </a:lnTo>
                <a:lnTo>
                  <a:pt x="14138" y="3918"/>
                </a:lnTo>
                <a:lnTo>
                  <a:pt x="14040" y="3991"/>
                </a:lnTo>
                <a:lnTo>
                  <a:pt x="13846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00" y="4380"/>
                </a:lnTo>
                <a:lnTo>
                  <a:pt x="13821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186" y="4842"/>
                </a:lnTo>
                <a:lnTo>
                  <a:pt x="14065" y="4940"/>
                </a:lnTo>
                <a:lnTo>
                  <a:pt x="13943" y="5061"/>
                </a:lnTo>
                <a:lnTo>
                  <a:pt x="13919" y="5134"/>
                </a:lnTo>
                <a:lnTo>
                  <a:pt x="13894" y="5207"/>
                </a:lnTo>
                <a:lnTo>
                  <a:pt x="13894" y="5256"/>
                </a:lnTo>
                <a:lnTo>
                  <a:pt x="13919" y="5280"/>
                </a:lnTo>
                <a:lnTo>
                  <a:pt x="13943" y="5305"/>
                </a:lnTo>
                <a:lnTo>
                  <a:pt x="13992" y="5305"/>
                </a:lnTo>
                <a:lnTo>
                  <a:pt x="14113" y="5256"/>
                </a:lnTo>
                <a:lnTo>
                  <a:pt x="14235" y="5183"/>
                </a:lnTo>
                <a:lnTo>
                  <a:pt x="14527" y="5037"/>
                </a:lnTo>
                <a:lnTo>
                  <a:pt x="14600" y="5013"/>
                </a:lnTo>
                <a:lnTo>
                  <a:pt x="14746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57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16" y="6740"/>
                </a:lnTo>
                <a:lnTo>
                  <a:pt x="13992" y="6789"/>
                </a:lnTo>
                <a:lnTo>
                  <a:pt x="13967" y="6813"/>
                </a:lnTo>
                <a:lnTo>
                  <a:pt x="13992" y="6862"/>
                </a:lnTo>
                <a:lnTo>
                  <a:pt x="14040" y="6886"/>
                </a:lnTo>
                <a:lnTo>
                  <a:pt x="14235" y="6886"/>
                </a:lnTo>
                <a:lnTo>
                  <a:pt x="14405" y="6862"/>
                </a:lnTo>
                <a:lnTo>
                  <a:pt x="14770" y="6813"/>
                </a:lnTo>
                <a:lnTo>
                  <a:pt x="15014" y="6740"/>
                </a:lnTo>
                <a:lnTo>
                  <a:pt x="15087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16" y="7592"/>
                </a:lnTo>
                <a:lnTo>
                  <a:pt x="14040" y="7665"/>
                </a:lnTo>
                <a:lnTo>
                  <a:pt x="14065" y="7714"/>
                </a:lnTo>
                <a:lnTo>
                  <a:pt x="14138" y="7738"/>
                </a:lnTo>
                <a:lnTo>
                  <a:pt x="14332" y="7714"/>
                </a:lnTo>
                <a:lnTo>
                  <a:pt x="14527" y="7665"/>
                </a:lnTo>
                <a:lnTo>
                  <a:pt x="14916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57" y="8079"/>
                </a:lnTo>
                <a:lnTo>
                  <a:pt x="14235" y="8103"/>
                </a:lnTo>
                <a:lnTo>
                  <a:pt x="14113" y="8152"/>
                </a:lnTo>
                <a:lnTo>
                  <a:pt x="14016" y="8200"/>
                </a:lnTo>
                <a:lnTo>
                  <a:pt x="13919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19" y="8395"/>
                </a:lnTo>
                <a:lnTo>
                  <a:pt x="13943" y="8395"/>
                </a:lnTo>
                <a:lnTo>
                  <a:pt x="14065" y="8419"/>
                </a:lnTo>
                <a:lnTo>
                  <a:pt x="14211" y="8444"/>
                </a:lnTo>
                <a:lnTo>
                  <a:pt x="14454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7" y="8979"/>
                </a:lnTo>
                <a:lnTo>
                  <a:pt x="13870" y="9028"/>
                </a:lnTo>
                <a:lnTo>
                  <a:pt x="13846" y="9052"/>
                </a:lnTo>
                <a:lnTo>
                  <a:pt x="13870" y="9076"/>
                </a:lnTo>
                <a:lnTo>
                  <a:pt x="13967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478" y="9660"/>
                </a:lnTo>
                <a:lnTo>
                  <a:pt x="14259" y="9757"/>
                </a:lnTo>
                <a:lnTo>
                  <a:pt x="14040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0" y="9976"/>
                </a:lnTo>
                <a:lnTo>
                  <a:pt x="14065" y="9976"/>
                </a:lnTo>
                <a:lnTo>
                  <a:pt x="14284" y="10001"/>
                </a:lnTo>
                <a:lnTo>
                  <a:pt x="14503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65" y="10390"/>
                </a:lnTo>
                <a:lnTo>
                  <a:pt x="14527" y="10463"/>
                </a:lnTo>
                <a:lnTo>
                  <a:pt x="14332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46" y="10682"/>
                </a:lnTo>
                <a:lnTo>
                  <a:pt x="13821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894" y="10901"/>
                </a:lnTo>
                <a:lnTo>
                  <a:pt x="13967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576" y="10901"/>
                </a:lnTo>
                <a:lnTo>
                  <a:pt x="14795" y="10877"/>
                </a:lnTo>
                <a:lnTo>
                  <a:pt x="14795" y="10877"/>
                </a:lnTo>
                <a:lnTo>
                  <a:pt x="14600" y="11339"/>
                </a:lnTo>
                <a:lnTo>
                  <a:pt x="14478" y="11339"/>
                </a:lnTo>
                <a:lnTo>
                  <a:pt x="14284" y="11315"/>
                </a:lnTo>
                <a:lnTo>
                  <a:pt x="14089" y="11339"/>
                </a:lnTo>
                <a:lnTo>
                  <a:pt x="13919" y="11363"/>
                </a:lnTo>
                <a:lnTo>
                  <a:pt x="13724" y="11436"/>
                </a:lnTo>
                <a:lnTo>
                  <a:pt x="13724" y="11461"/>
                </a:lnTo>
                <a:lnTo>
                  <a:pt x="13724" y="11485"/>
                </a:lnTo>
                <a:lnTo>
                  <a:pt x="13894" y="11558"/>
                </a:lnTo>
                <a:lnTo>
                  <a:pt x="14065" y="11607"/>
                </a:lnTo>
                <a:lnTo>
                  <a:pt x="14430" y="11655"/>
                </a:lnTo>
                <a:lnTo>
                  <a:pt x="14186" y="12069"/>
                </a:lnTo>
                <a:lnTo>
                  <a:pt x="13967" y="12069"/>
                </a:lnTo>
                <a:lnTo>
                  <a:pt x="13724" y="12093"/>
                </a:lnTo>
                <a:lnTo>
                  <a:pt x="13602" y="12069"/>
                </a:lnTo>
                <a:lnTo>
                  <a:pt x="13456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64" y="12069"/>
                </a:lnTo>
                <a:lnTo>
                  <a:pt x="13189" y="12166"/>
                </a:lnTo>
                <a:lnTo>
                  <a:pt x="13237" y="12239"/>
                </a:lnTo>
                <a:lnTo>
                  <a:pt x="13310" y="12312"/>
                </a:lnTo>
                <a:lnTo>
                  <a:pt x="13408" y="12361"/>
                </a:lnTo>
                <a:lnTo>
                  <a:pt x="13529" y="12385"/>
                </a:lnTo>
                <a:lnTo>
                  <a:pt x="13651" y="12410"/>
                </a:lnTo>
                <a:lnTo>
                  <a:pt x="13919" y="12434"/>
                </a:lnTo>
                <a:lnTo>
                  <a:pt x="13578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6" y="12677"/>
                </a:lnTo>
                <a:lnTo>
                  <a:pt x="12605" y="12702"/>
                </a:lnTo>
                <a:lnTo>
                  <a:pt x="12605" y="12726"/>
                </a:lnTo>
                <a:lnTo>
                  <a:pt x="12580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26" y="12969"/>
                </a:lnTo>
                <a:lnTo>
                  <a:pt x="12824" y="13018"/>
                </a:lnTo>
                <a:lnTo>
                  <a:pt x="13018" y="13115"/>
                </a:lnTo>
                <a:lnTo>
                  <a:pt x="13237" y="13164"/>
                </a:lnTo>
                <a:lnTo>
                  <a:pt x="13091" y="13286"/>
                </a:lnTo>
                <a:lnTo>
                  <a:pt x="13043" y="13286"/>
                </a:lnTo>
                <a:lnTo>
                  <a:pt x="12580" y="13261"/>
                </a:lnTo>
                <a:lnTo>
                  <a:pt x="12337" y="13213"/>
                </a:lnTo>
                <a:lnTo>
                  <a:pt x="12215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72" y="13261"/>
                </a:lnTo>
                <a:lnTo>
                  <a:pt x="11972" y="13334"/>
                </a:lnTo>
                <a:lnTo>
                  <a:pt x="11996" y="13383"/>
                </a:lnTo>
                <a:lnTo>
                  <a:pt x="12142" y="13505"/>
                </a:lnTo>
                <a:lnTo>
                  <a:pt x="12288" y="13578"/>
                </a:lnTo>
                <a:lnTo>
                  <a:pt x="12459" y="13626"/>
                </a:lnTo>
                <a:lnTo>
                  <a:pt x="12653" y="13651"/>
                </a:lnTo>
                <a:lnTo>
                  <a:pt x="12215" y="13943"/>
                </a:lnTo>
                <a:lnTo>
                  <a:pt x="12142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42" y="13724"/>
                </a:lnTo>
                <a:lnTo>
                  <a:pt x="11218" y="13748"/>
                </a:lnTo>
                <a:lnTo>
                  <a:pt x="11193" y="13748"/>
                </a:lnTo>
                <a:lnTo>
                  <a:pt x="11193" y="13821"/>
                </a:lnTo>
                <a:lnTo>
                  <a:pt x="11242" y="13894"/>
                </a:lnTo>
                <a:lnTo>
                  <a:pt x="11291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777" y="14210"/>
                </a:lnTo>
                <a:lnTo>
                  <a:pt x="11437" y="14381"/>
                </a:lnTo>
                <a:lnTo>
                  <a:pt x="11364" y="14332"/>
                </a:lnTo>
                <a:lnTo>
                  <a:pt x="11315" y="14308"/>
                </a:lnTo>
                <a:lnTo>
                  <a:pt x="11169" y="14259"/>
                </a:lnTo>
                <a:lnTo>
                  <a:pt x="10877" y="14235"/>
                </a:lnTo>
                <a:lnTo>
                  <a:pt x="10634" y="14210"/>
                </a:lnTo>
                <a:lnTo>
                  <a:pt x="10488" y="14210"/>
                </a:lnTo>
                <a:lnTo>
                  <a:pt x="10366" y="14235"/>
                </a:lnTo>
                <a:lnTo>
                  <a:pt x="10342" y="14283"/>
                </a:lnTo>
                <a:lnTo>
                  <a:pt x="10366" y="14332"/>
                </a:lnTo>
                <a:lnTo>
                  <a:pt x="10390" y="14381"/>
                </a:lnTo>
                <a:lnTo>
                  <a:pt x="10488" y="14478"/>
                </a:lnTo>
                <a:lnTo>
                  <a:pt x="10609" y="14551"/>
                </a:lnTo>
                <a:lnTo>
                  <a:pt x="10707" y="14575"/>
                </a:lnTo>
                <a:lnTo>
                  <a:pt x="10877" y="14624"/>
                </a:lnTo>
                <a:lnTo>
                  <a:pt x="10488" y="14746"/>
                </a:lnTo>
                <a:lnTo>
                  <a:pt x="10293" y="14673"/>
                </a:lnTo>
                <a:lnTo>
                  <a:pt x="10098" y="14624"/>
                </a:lnTo>
                <a:lnTo>
                  <a:pt x="9904" y="14600"/>
                </a:lnTo>
                <a:lnTo>
                  <a:pt x="9782" y="14600"/>
                </a:lnTo>
                <a:lnTo>
                  <a:pt x="9685" y="14648"/>
                </a:lnTo>
                <a:lnTo>
                  <a:pt x="9660" y="14673"/>
                </a:lnTo>
                <a:lnTo>
                  <a:pt x="9660" y="14721"/>
                </a:lnTo>
                <a:lnTo>
                  <a:pt x="9709" y="14794"/>
                </a:lnTo>
                <a:lnTo>
                  <a:pt x="9782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63" y="14940"/>
                </a:lnTo>
                <a:lnTo>
                  <a:pt x="9514" y="14916"/>
                </a:lnTo>
                <a:lnTo>
                  <a:pt x="9417" y="14867"/>
                </a:lnTo>
                <a:lnTo>
                  <a:pt x="9222" y="14843"/>
                </a:lnTo>
                <a:lnTo>
                  <a:pt x="9125" y="14843"/>
                </a:lnTo>
                <a:lnTo>
                  <a:pt x="9028" y="14867"/>
                </a:lnTo>
                <a:lnTo>
                  <a:pt x="9003" y="14916"/>
                </a:lnTo>
                <a:lnTo>
                  <a:pt x="8979" y="14965"/>
                </a:lnTo>
                <a:lnTo>
                  <a:pt x="8955" y="15013"/>
                </a:lnTo>
                <a:lnTo>
                  <a:pt x="8979" y="15062"/>
                </a:lnTo>
                <a:lnTo>
                  <a:pt x="9003" y="15086"/>
                </a:lnTo>
                <a:lnTo>
                  <a:pt x="8638" y="15135"/>
                </a:lnTo>
                <a:lnTo>
                  <a:pt x="8298" y="15159"/>
                </a:lnTo>
                <a:lnTo>
                  <a:pt x="7203" y="15159"/>
                </a:lnTo>
                <a:lnTo>
                  <a:pt x="6838" y="15111"/>
                </a:lnTo>
                <a:lnTo>
                  <a:pt x="6497" y="15062"/>
                </a:lnTo>
                <a:lnTo>
                  <a:pt x="6132" y="14989"/>
                </a:lnTo>
                <a:lnTo>
                  <a:pt x="5792" y="14916"/>
                </a:lnTo>
                <a:lnTo>
                  <a:pt x="5451" y="14819"/>
                </a:lnTo>
                <a:lnTo>
                  <a:pt x="5110" y="14697"/>
                </a:lnTo>
                <a:lnTo>
                  <a:pt x="4794" y="14575"/>
                </a:lnTo>
                <a:lnTo>
                  <a:pt x="4453" y="14405"/>
                </a:lnTo>
                <a:lnTo>
                  <a:pt x="4137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18" y="13456"/>
                </a:lnTo>
                <a:lnTo>
                  <a:pt x="2774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093" y="12507"/>
                </a:lnTo>
                <a:lnTo>
                  <a:pt x="1898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387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22" y="10512"/>
                </a:lnTo>
                <a:lnTo>
                  <a:pt x="949" y="10195"/>
                </a:lnTo>
                <a:lnTo>
                  <a:pt x="876" y="9879"/>
                </a:lnTo>
                <a:lnTo>
                  <a:pt x="828" y="9538"/>
                </a:lnTo>
                <a:lnTo>
                  <a:pt x="755" y="9003"/>
                </a:lnTo>
                <a:lnTo>
                  <a:pt x="730" y="8468"/>
                </a:lnTo>
                <a:lnTo>
                  <a:pt x="730" y="7933"/>
                </a:lnTo>
                <a:lnTo>
                  <a:pt x="779" y="7397"/>
                </a:lnTo>
                <a:lnTo>
                  <a:pt x="828" y="6862"/>
                </a:lnTo>
                <a:lnTo>
                  <a:pt x="949" y="6351"/>
                </a:lnTo>
                <a:lnTo>
                  <a:pt x="1071" y="5840"/>
                </a:lnTo>
                <a:lnTo>
                  <a:pt x="1266" y="5353"/>
                </a:lnTo>
                <a:lnTo>
                  <a:pt x="1387" y="5061"/>
                </a:lnTo>
                <a:lnTo>
                  <a:pt x="1558" y="4745"/>
                </a:lnTo>
                <a:lnTo>
                  <a:pt x="1752" y="4404"/>
                </a:lnTo>
                <a:lnTo>
                  <a:pt x="1996" y="4064"/>
                </a:lnTo>
                <a:lnTo>
                  <a:pt x="2263" y="3699"/>
                </a:lnTo>
                <a:lnTo>
                  <a:pt x="2555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0" y="2263"/>
                </a:lnTo>
                <a:lnTo>
                  <a:pt x="4064" y="1922"/>
                </a:lnTo>
                <a:lnTo>
                  <a:pt x="4526" y="1630"/>
                </a:lnTo>
                <a:lnTo>
                  <a:pt x="5013" y="1363"/>
                </a:lnTo>
                <a:lnTo>
                  <a:pt x="5500" y="1144"/>
                </a:lnTo>
                <a:lnTo>
                  <a:pt x="6035" y="974"/>
                </a:lnTo>
                <a:lnTo>
                  <a:pt x="6303" y="925"/>
                </a:lnTo>
                <a:lnTo>
                  <a:pt x="6595" y="876"/>
                </a:lnTo>
                <a:lnTo>
                  <a:pt x="6862" y="828"/>
                </a:lnTo>
                <a:lnTo>
                  <a:pt x="7154" y="803"/>
                </a:lnTo>
                <a:lnTo>
                  <a:pt x="7519" y="779"/>
                </a:lnTo>
                <a:lnTo>
                  <a:pt x="7909" y="730"/>
                </a:lnTo>
                <a:lnTo>
                  <a:pt x="8298" y="682"/>
                </a:lnTo>
                <a:close/>
                <a:moveTo>
                  <a:pt x="8128" y="0"/>
                </a:moveTo>
                <a:lnTo>
                  <a:pt x="7738" y="25"/>
                </a:lnTo>
                <a:lnTo>
                  <a:pt x="7373" y="73"/>
                </a:lnTo>
                <a:lnTo>
                  <a:pt x="7081" y="49"/>
                </a:lnTo>
                <a:lnTo>
                  <a:pt x="6765" y="49"/>
                </a:lnTo>
                <a:lnTo>
                  <a:pt x="6473" y="73"/>
                </a:lnTo>
                <a:lnTo>
                  <a:pt x="6157" y="146"/>
                </a:lnTo>
                <a:lnTo>
                  <a:pt x="5840" y="219"/>
                </a:lnTo>
                <a:lnTo>
                  <a:pt x="5524" y="317"/>
                </a:lnTo>
                <a:lnTo>
                  <a:pt x="5208" y="438"/>
                </a:lnTo>
                <a:lnTo>
                  <a:pt x="4916" y="560"/>
                </a:lnTo>
                <a:lnTo>
                  <a:pt x="4307" y="876"/>
                </a:lnTo>
                <a:lnTo>
                  <a:pt x="3748" y="1217"/>
                </a:lnTo>
                <a:lnTo>
                  <a:pt x="3212" y="1606"/>
                </a:lnTo>
                <a:lnTo>
                  <a:pt x="2750" y="1995"/>
                </a:lnTo>
                <a:lnTo>
                  <a:pt x="2482" y="2239"/>
                </a:lnTo>
                <a:lnTo>
                  <a:pt x="2239" y="2482"/>
                </a:lnTo>
                <a:lnTo>
                  <a:pt x="2020" y="2725"/>
                </a:lnTo>
                <a:lnTo>
                  <a:pt x="1825" y="2993"/>
                </a:lnTo>
                <a:lnTo>
                  <a:pt x="1631" y="3261"/>
                </a:lnTo>
                <a:lnTo>
                  <a:pt x="1436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390" y="5962"/>
                </a:lnTo>
                <a:lnTo>
                  <a:pt x="195" y="6643"/>
                </a:lnTo>
                <a:lnTo>
                  <a:pt x="122" y="7008"/>
                </a:lnTo>
                <a:lnTo>
                  <a:pt x="49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1" y="8809"/>
                </a:lnTo>
                <a:lnTo>
                  <a:pt x="49" y="9174"/>
                </a:lnTo>
                <a:lnTo>
                  <a:pt x="98" y="9514"/>
                </a:lnTo>
                <a:lnTo>
                  <a:pt x="171" y="9879"/>
                </a:lnTo>
                <a:lnTo>
                  <a:pt x="268" y="10220"/>
                </a:lnTo>
                <a:lnTo>
                  <a:pt x="365" y="10560"/>
                </a:lnTo>
                <a:lnTo>
                  <a:pt x="487" y="10901"/>
                </a:lnTo>
                <a:lnTo>
                  <a:pt x="633" y="11242"/>
                </a:lnTo>
                <a:lnTo>
                  <a:pt x="803" y="11582"/>
                </a:lnTo>
                <a:lnTo>
                  <a:pt x="1168" y="12264"/>
                </a:lnTo>
                <a:lnTo>
                  <a:pt x="1387" y="12629"/>
                </a:lnTo>
                <a:lnTo>
                  <a:pt x="1631" y="12994"/>
                </a:lnTo>
                <a:lnTo>
                  <a:pt x="1874" y="13334"/>
                </a:lnTo>
                <a:lnTo>
                  <a:pt x="2142" y="13651"/>
                </a:lnTo>
                <a:lnTo>
                  <a:pt x="2434" y="13943"/>
                </a:lnTo>
                <a:lnTo>
                  <a:pt x="2726" y="14235"/>
                </a:lnTo>
                <a:lnTo>
                  <a:pt x="3042" y="14502"/>
                </a:lnTo>
                <a:lnTo>
                  <a:pt x="3358" y="14746"/>
                </a:lnTo>
                <a:lnTo>
                  <a:pt x="3699" y="14965"/>
                </a:lnTo>
                <a:lnTo>
                  <a:pt x="4040" y="15159"/>
                </a:lnTo>
                <a:lnTo>
                  <a:pt x="4405" y="15354"/>
                </a:lnTo>
                <a:lnTo>
                  <a:pt x="4794" y="15500"/>
                </a:lnTo>
                <a:lnTo>
                  <a:pt x="5183" y="15622"/>
                </a:lnTo>
                <a:lnTo>
                  <a:pt x="5573" y="15743"/>
                </a:lnTo>
                <a:lnTo>
                  <a:pt x="5986" y="15816"/>
                </a:lnTo>
                <a:lnTo>
                  <a:pt x="6424" y="15889"/>
                </a:lnTo>
                <a:lnTo>
                  <a:pt x="6838" y="15914"/>
                </a:lnTo>
                <a:lnTo>
                  <a:pt x="7276" y="15938"/>
                </a:lnTo>
                <a:lnTo>
                  <a:pt x="7714" y="15938"/>
                </a:lnTo>
                <a:lnTo>
                  <a:pt x="8152" y="15914"/>
                </a:lnTo>
                <a:lnTo>
                  <a:pt x="8565" y="15889"/>
                </a:lnTo>
                <a:lnTo>
                  <a:pt x="9003" y="15841"/>
                </a:lnTo>
                <a:lnTo>
                  <a:pt x="9417" y="15768"/>
                </a:lnTo>
                <a:lnTo>
                  <a:pt x="9831" y="15670"/>
                </a:lnTo>
                <a:lnTo>
                  <a:pt x="10244" y="15573"/>
                </a:lnTo>
                <a:lnTo>
                  <a:pt x="10658" y="15451"/>
                </a:lnTo>
                <a:lnTo>
                  <a:pt x="11047" y="15305"/>
                </a:lnTo>
                <a:lnTo>
                  <a:pt x="11437" y="15135"/>
                </a:lnTo>
                <a:lnTo>
                  <a:pt x="11826" y="14940"/>
                </a:lnTo>
                <a:lnTo>
                  <a:pt x="12191" y="14721"/>
                </a:lnTo>
                <a:lnTo>
                  <a:pt x="12556" y="14478"/>
                </a:lnTo>
                <a:lnTo>
                  <a:pt x="12921" y="14235"/>
                </a:lnTo>
                <a:lnTo>
                  <a:pt x="13262" y="13943"/>
                </a:lnTo>
                <a:lnTo>
                  <a:pt x="13578" y="13651"/>
                </a:lnTo>
                <a:lnTo>
                  <a:pt x="13894" y="13334"/>
                </a:lnTo>
                <a:lnTo>
                  <a:pt x="14186" y="13018"/>
                </a:lnTo>
                <a:lnTo>
                  <a:pt x="14430" y="12702"/>
                </a:lnTo>
                <a:lnTo>
                  <a:pt x="14673" y="12361"/>
                </a:lnTo>
                <a:lnTo>
                  <a:pt x="14892" y="11996"/>
                </a:lnTo>
                <a:lnTo>
                  <a:pt x="15087" y="11631"/>
                </a:lnTo>
                <a:lnTo>
                  <a:pt x="15111" y="11631"/>
                </a:lnTo>
                <a:lnTo>
                  <a:pt x="15135" y="11582"/>
                </a:lnTo>
                <a:lnTo>
                  <a:pt x="15135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68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17" y="8760"/>
                </a:lnTo>
                <a:lnTo>
                  <a:pt x="15817" y="8371"/>
                </a:lnTo>
                <a:lnTo>
                  <a:pt x="15817" y="7957"/>
                </a:lnTo>
                <a:lnTo>
                  <a:pt x="15719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00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35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00" y="3480"/>
                </a:lnTo>
                <a:lnTo>
                  <a:pt x="14381" y="3115"/>
                </a:lnTo>
                <a:lnTo>
                  <a:pt x="14138" y="2774"/>
                </a:lnTo>
                <a:lnTo>
                  <a:pt x="13870" y="2458"/>
                </a:lnTo>
                <a:lnTo>
                  <a:pt x="13578" y="2141"/>
                </a:lnTo>
                <a:lnTo>
                  <a:pt x="13262" y="1849"/>
                </a:lnTo>
                <a:lnTo>
                  <a:pt x="12970" y="1582"/>
                </a:lnTo>
                <a:lnTo>
                  <a:pt x="12629" y="1363"/>
                </a:lnTo>
                <a:lnTo>
                  <a:pt x="12288" y="1144"/>
                </a:lnTo>
                <a:lnTo>
                  <a:pt x="11948" y="949"/>
                </a:lnTo>
                <a:lnTo>
                  <a:pt x="11583" y="779"/>
                </a:lnTo>
                <a:lnTo>
                  <a:pt x="11218" y="609"/>
                </a:lnTo>
                <a:lnTo>
                  <a:pt x="10828" y="487"/>
                </a:lnTo>
                <a:lnTo>
                  <a:pt x="10463" y="365"/>
                </a:lnTo>
                <a:lnTo>
                  <a:pt x="10098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0" y="49"/>
                </a:lnTo>
                <a:lnTo>
                  <a:pt x="8517" y="25"/>
                </a:lnTo>
                <a:lnTo>
                  <a:pt x="812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7668111" y="1751889"/>
            <a:ext cx="346227" cy="348325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7668098" y="3202702"/>
            <a:ext cx="346227" cy="348325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25"/>
          <p:cNvGraphicFramePr/>
          <p:nvPr/>
        </p:nvGraphicFramePr>
        <p:xfrm>
          <a:off x="0" y="5411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{8D940412-A935-4CEA-AD80-DF32B00F2485}</a:tableStyleId>
              </a:tblPr>
              <a:tblGrid>
                <a:gridCol w="1459475"/>
                <a:gridCol w="3842250"/>
                <a:gridCol w="3842250"/>
              </a:tblGrid>
              <a:tr h="3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Clas App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Timbrit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203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Fortalezas</a:t>
                      </a:r>
                      <a:endParaRPr b="1"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En lo general es una app muy sencilla y </a:t>
                      </a:r>
                      <a:r>
                        <a:rPr lang="en" sz="1100"/>
                        <a:t>fácil</a:t>
                      </a:r>
                      <a:r>
                        <a:rPr lang="en" sz="1100"/>
                        <a:t> de usar.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Búsqueda</a:t>
                      </a:r>
                      <a:r>
                        <a:rPr lang="en" sz="1100"/>
                        <a:t> </a:t>
                      </a:r>
                      <a:r>
                        <a:rPr lang="en" sz="1100"/>
                        <a:t>rápida</a:t>
                      </a:r>
                      <a:r>
                        <a:rPr lang="en" sz="1100"/>
                        <a:t> con gran variedad de filtros.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Interfaz muy intuitiva. Rapida forma de contactar.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Posibilidades de calificar a las personas que </a:t>
                      </a:r>
                      <a:r>
                        <a:rPr lang="en" sz="1100"/>
                        <a:t>realizan</a:t>
                      </a:r>
                      <a:r>
                        <a:rPr lang="en" sz="1100"/>
                        <a:t> el trabajo. Opción</a:t>
                      </a:r>
                      <a:r>
                        <a:rPr lang="en" sz="1100"/>
                        <a:t> de sumar nuevas categorías de oficios e información de las personas que lo realizan.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Se puede denunciar a las personas que publiquen información falsa. 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Ofrece la oportunidad de hacer un pedido de servicio y una cotización al respecto. Se puede  utilizar la plataforma como medio de pago.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 bien se deben realizar muchos pasos para lograr un workflow con el usuario, se asegura la calidad de información y el entendimiento de las solicitudes.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Brinda la posibilidad de realizar acciones en redes sociales, sugerir amigos, entre otras. 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Cuenta con un espacio en la web, en caso de no querer </a:t>
                      </a:r>
                      <a:r>
                        <a:rPr lang="en" sz="1100"/>
                        <a:t>instalar</a:t>
                      </a:r>
                      <a:r>
                        <a:rPr lang="en" sz="1100"/>
                        <a:t> la app. </a:t>
                      </a:r>
                      <a:endParaRPr sz="1100"/>
                    </a:p>
                  </a:txBody>
                  <a:tcPr marT="91425" marB="91425" marR="91425" marL="91425" anchor="ctr"/>
                </a:tc>
              </a:tr>
              <a:tr h="220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Debilidades</a:t>
                      </a:r>
                      <a:endParaRPr b="1"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Poca cantidad de usuarios.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 se aprecian intenciones de escalar en otras ciudades.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La App no es muy conocida en el mercado.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 se puede seleccionar a las personas que ofrecen los oficios, solo se crean solicitudes y se debe esperar a ser contactado.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La App manifiesta muchos errores, cuando uno de ellos se  </a:t>
                      </a:r>
                      <a:r>
                        <a:rPr lang="en" sz="1100"/>
                        <a:t>presenta</a:t>
                      </a:r>
                      <a:r>
                        <a:rPr lang="en" sz="1100"/>
                        <a:t>,  se interrumpe el funcionamiento,, ej nunca pude hacer el login con la vinculación con apple.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Al ofrecer un medio de pagos dentro de la app, requiere de muchos pasos de </a:t>
                      </a:r>
                      <a:r>
                        <a:rPr lang="en" sz="1100"/>
                        <a:t>autenticación</a:t>
                      </a:r>
                      <a:r>
                        <a:rPr lang="en" sz="1100"/>
                        <a:t>.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Se exhiben algunos</a:t>
                      </a:r>
                      <a:r>
                        <a:rPr lang="en" sz="1100"/>
                        <a:t> banners que interceptan la navegación.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96" name="Google Shape;196;p25"/>
          <p:cNvSpPr txBox="1"/>
          <p:nvPr>
            <p:ph type="title"/>
          </p:nvPr>
        </p:nvSpPr>
        <p:spPr>
          <a:xfrm>
            <a:off x="541975" y="6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Encuesta a </a:t>
            </a:r>
            <a:r>
              <a:rPr lang="en">
                <a:solidFill>
                  <a:srgbClr val="FFFF00"/>
                </a:solidFill>
              </a:rPr>
              <a:t>potenciales</a:t>
            </a:r>
            <a:r>
              <a:rPr lang="en"/>
              <a:t> usuarios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Si tuvieses que buscar una persona para que realice una tarea en tu casa, tal como plomero, gasista, electricista, jardinero, entre otros. ¿Por qué medio lo harías?. Number of responses: 18 responses." id="206" name="Google Shape;206;p27"/>
          <p:cNvPicPr preferRelativeResize="0"/>
          <p:nvPr/>
        </p:nvPicPr>
        <p:blipFill rotWithShape="1">
          <a:blip r:embed="rId3">
            <a:alphaModFix/>
          </a:blip>
          <a:srcRect b="8041" l="3142" r="5775" t="5871"/>
          <a:stretch/>
        </p:blipFill>
        <p:spPr>
          <a:xfrm>
            <a:off x="282740" y="0"/>
            <a:ext cx="5967434" cy="255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s response chart. Question title: ¿Te interesaría contar con una aplicación para poder contactar a estas personas?. Number of responses: 18 responses." id="207" name="Google Shape;207;p27"/>
          <p:cNvPicPr preferRelativeResize="0"/>
          <p:nvPr/>
        </p:nvPicPr>
        <p:blipFill rotWithShape="1">
          <a:blip r:embed="rId4">
            <a:alphaModFix/>
          </a:blip>
          <a:srcRect b="2140" l="2836" r="17062" t="5600"/>
          <a:stretch/>
        </p:blipFill>
        <p:spPr>
          <a:xfrm>
            <a:off x="3408075" y="2571750"/>
            <a:ext cx="5735926" cy="255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/>
        </p:nvSpPr>
        <p:spPr>
          <a:xfrm>
            <a:off x="80800" y="578950"/>
            <a:ext cx="91440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7620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Si tu ultima respuesta fue positiva, qué es lo más importante que debería tener esa aplicación.</a:t>
            </a:r>
            <a:endParaRPr b="1" sz="9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215900" rtl="0" algn="l">
              <a:lnSpc>
                <a:spcPct val="142857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Referencias, calificaciones, precios, etc.</a:t>
            </a:r>
            <a:endParaRPr sz="1050"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215900" rtl="0" algn="l">
              <a:lnSpc>
                <a:spcPct val="14285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Reputaciones</a:t>
            </a:r>
            <a:endParaRPr sz="1050"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215900" rtl="0" algn="l">
              <a:lnSpc>
                <a:spcPct val="14285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Facilidad de búsqueda.</a:t>
            </a:r>
            <a:endParaRPr sz="1050"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215900" rtl="0" algn="l">
              <a:lnSpc>
                <a:spcPct val="14285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Prontitud Rapidez en la respuesta.</a:t>
            </a:r>
            <a:endParaRPr sz="1050"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215900" rtl="0" algn="l">
              <a:lnSpc>
                <a:spcPct val="14285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La verificación de conformidad de servicios realizadas por personas de mi confianza </a:t>
            </a:r>
            <a:endParaRPr sz="1050"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215900" rtl="0" algn="l">
              <a:lnSpc>
                <a:spcPct val="14285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Que figure la dis</a:t>
            </a:r>
            <a:r>
              <a:rPr lang="en" sz="105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ponibilidad, precio y por zona </a:t>
            </a:r>
            <a:r>
              <a:rPr lang="en" sz="105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geográfica</a:t>
            </a:r>
            <a:r>
              <a:rPr lang="en" sz="105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 aprox</a:t>
            </a:r>
            <a:endParaRPr sz="1050">
              <a:solidFill>
                <a:srgbClr val="202124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215900" rtl="0" algn="l">
              <a:lnSpc>
                <a:spcPct val="14285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Calificación y comentarios de usuarios</a:t>
            </a:r>
            <a:endParaRPr sz="1050">
              <a:solidFill>
                <a:srgbClr val="202124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215900" rtl="0" algn="l">
              <a:lnSpc>
                <a:spcPct val="14285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Sería algo muy práctico y además se crearía una base de datos con referencias de la persona a contratar, algo fundamental para los tiempos que corren</a:t>
            </a:r>
            <a:endParaRPr sz="1050">
              <a:solidFill>
                <a:srgbClr val="202124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215900" rtl="0" algn="l">
              <a:lnSpc>
                <a:spcPct val="14285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Contacto direc</a:t>
            </a:r>
            <a:r>
              <a:rPr lang="en" sz="105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 sz="105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o y que la celeridad con que se resuelvan las solicitudes influyan a la hora de categorizar a los postulantes</a:t>
            </a:r>
            <a:endParaRPr sz="1050">
              <a:solidFill>
                <a:srgbClr val="202124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215900" rtl="0" algn="l">
              <a:lnSpc>
                <a:spcPct val="142857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Puntaje o reseñas de clientes previos. Precios.</a:t>
            </a:r>
            <a:endParaRPr sz="1050">
              <a:solidFill>
                <a:srgbClr val="202124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8"/>
          <p:cNvSpPr txBox="1"/>
          <p:nvPr>
            <p:ph idx="4294967295" type="title"/>
          </p:nvPr>
        </p:nvSpPr>
        <p:spPr>
          <a:xfrm>
            <a:off x="392500" y="4417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Link a la encuesta:  https://forms.gle/dYuy5sCKzarUEd4K8.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