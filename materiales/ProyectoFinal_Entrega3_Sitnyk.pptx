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Alfa Slab One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39c09c8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39c09c8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39c09c82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39c09c82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39c09c82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39c09c82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igma.com/file/SRt0jIM5aO7vscZcieTMAa/OFIDI?node-id=258%3A4205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igma.com/file/SRt0jIM5aO7vscZcieTMAa/OFIDI?node-id=255%3A2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figma.com/file/SRt0jIM5aO7vscZcieTMAa/OFIDI?node-id=211%3A189" TargetMode="External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Martin Sitnyk- Curso UX UI 2021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233425" y="120775"/>
            <a:ext cx="36132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Ui Kits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11700" y="455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 a Figma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825" y="816513"/>
            <a:ext cx="6981825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33425" y="120775"/>
            <a:ext cx="36468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MoodBoards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455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 a Figma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10322" l="0" r="13555" t="0"/>
          <a:stretch/>
        </p:blipFill>
        <p:spPr>
          <a:xfrm>
            <a:off x="2232400" y="693475"/>
            <a:ext cx="4562051" cy="41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54300"/>
            <a:ext cx="38145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Prototipo funcional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455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 a Figma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36187" r="35294" t="0"/>
          <a:stretch/>
        </p:blipFill>
        <p:spPr>
          <a:xfrm>
            <a:off x="3869700" y="1031800"/>
            <a:ext cx="2080675" cy="35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