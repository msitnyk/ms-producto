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  <p:embeddedFont>
      <p:font typeface="Alfa Slab One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2" Type="http://schemas.openxmlformats.org/officeDocument/2006/relationships/font" Target="fonts/AlfaSlabOne-regular.fntdata"/><Relationship Id="rId9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39c09c82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39c09c8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Martin Sitnyk- Curso UX UI 2021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233425" y="120775"/>
            <a:ext cx="36132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Elevator Pitch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764925" y="896825"/>
            <a:ext cx="77373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¿S</a:t>
            </a:r>
            <a:r>
              <a:rPr lang="en">
                <a:solidFill>
                  <a:schemeClr val="dk1"/>
                </a:solidFill>
              </a:rPr>
              <a:t>abias</a:t>
            </a:r>
            <a:r>
              <a:rPr lang="en">
                <a:solidFill>
                  <a:schemeClr val="dk1"/>
                </a:solidFill>
              </a:rPr>
              <a:t> que ?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Unos de los principales gastos de vivienda (casa o departamento) son los de mantenimientos.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 recomendaciones más utilizadas para elegir una persona que realice un oficio son: el boca en boca (Recomendación, referencias de  amigos y familiares), el presupuesto, la experiencia, la cercanía, entre otros.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¿Y si pudieses tener toda esta información en una app?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esta razón, cree </a:t>
            </a:r>
            <a:r>
              <a:rPr lang="en">
                <a:solidFill>
                  <a:schemeClr val="dk1"/>
                </a:solidFill>
              </a:rPr>
              <a:t>OFIDI</a:t>
            </a:r>
            <a:r>
              <a:rPr lang="en"/>
              <a:t>, una app que permite encontrar de una manera sencilla  personas que realicen oficios. Muchas de estas búsquedas se basan en reputaciones y </a:t>
            </a:r>
            <a:r>
              <a:rPr lang="en"/>
              <a:t>recomendaciones</a:t>
            </a:r>
            <a:r>
              <a:rPr lang="en"/>
              <a:t> mediante conocidos.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invito a realizarse un usuario y conectarse con sus redes.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 ofidi encontras solución!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